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6858000" cy="9906000" type="A4"/>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188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24B0-3382-4953-AC73-8A8042C6E823}"/>
              </a:ext>
            </a:extLst>
          </p:cNvPr>
          <p:cNvSpPr>
            <a:spLocks noGrp="1"/>
          </p:cNvSpPr>
          <p:nvPr>
            <p:ph type="ctrTitle"/>
          </p:nvPr>
        </p:nvSpPr>
        <p:spPr>
          <a:xfrm>
            <a:off x="514350" y="1621191"/>
            <a:ext cx="5829300" cy="3448756"/>
          </a:xfrm>
        </p:spPr>
        <p:txBody>
          <a:bodyPr anchor="b"/>
          <a:lstStyle>
            <a:lvl1pPr algn="ctr">
              <a:buNone/>
              <a:defRPr sz="4500"/>
            </a:lvl1pPr>
          </a:lstStyle>
          <a:p>
            <a:r>
              <a:t>Mastertitelformat bearbeiten</a:t>
            </a:r>
          </a:p>
        </p:txBody>
      </p:sp>
      <p:sp>
        <p:nvSpPr>
          <p:cNvPr id="3" name="Subtitle 2">
            <a:extLst>
              <a:ext uri="{FF2B5EF4-FFF2-40B4-BE49-F238E27FC236}">
                <a16:creationId xmlns:a16="http://schemas.microsoft.com/office/drawing/2014/main" id="{C86025B7-1FA4-4221-B6F5-E51FB809DB7A}"/>
              </a:ext>
            </a:extLst>
          </p:cNvPr>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Master-Untertitelformat bearbeiten</a:t>
            </a:r>
          </a:p>
        </p:txBody>
      </p:sp>
      <p:sp>
        <p:nvSpPr>
          <p:cNvPr id="4" name="Date Placeholder 3">
            <a:extLst>
              <a:ext uri="{FF2B5EF4-FFF2-40B4-BE49-F238E27FC236}">
                <a16:creationId xmlns:a16="http://schemas.microsoft.com/office/drawing/2014/main" id="{56D03140-5B09-466D-8017-8194576381C4}"/>
              </a:ext>
            </a:extLst>
          </p:cNvPr>
          <p:cNvSpPr>
            <a:spLocks noGrp="1"/>
          </p:cNvSpPr>
          <p:nvPr>
            <p:ph type="dt" idx="10"/>
          </p:nvPr>
        </p:nvSpPr>
        <p:spPr/>
        <p:txBody>
          <a:bodyPr/>
          <a:lstStyle/>
          <a:p>
            <a:fld id="{DB8FDF6C-9B07-4782-AA2B-07EAA2872B3C}" type="datetimeFigureOut">
              <a:t>17.09.2026</a:t>
            </a:fld>
            <a:endParaRPr/>
          </a:p>
        </p:txBody>
      </p:sp>
      <p:sp>
        <p:nvSpPr>
          <p:cNvPr id="5" name="Footer Placeholder 4">
            <a:extLst>
              <a:ext uri="{FF2B5EF4-FFF2-40B4-BE49-F238E27FC236}">
                <a16:creationId xmlns:a16="http://schemas.microsoft.com/office/drawing/2014/main" id="{CFCDA5D4-E0BE-40CE-BEE5-A19DF09B193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623F265-D100-4679-BDDC-D014C3E84DEB}"/>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2BF4A-1F8A-44F3-8AC4-5F6981A15FD8}"/>
              </a:ext>
            </a:extLst>
          </p:cNvPr>
          <p:cNvSpPr>
            <a:spLocks noGrp="1"/>
          </p:cNvSpPr>
          <p:nvPr>
            <p:ph type="title"/>
          </p:nvPr>
        </p:nvSpPr>
        <p:spPr/>
        <p:txBody>
          <a:bodyPr/>
          <a:lstStyle/>
          <a:p>
            <a:r>
              <a:t>Mastertitelformat bearbeiten</a:t>
            </a:r>
          </a:p>
        </p:txBody>
      </p:sp>
      <p:sp>
        <p:nvSpPr>
          <p:cNvPr id="3" name="Content Placeholder 2">
            <a:extLst>
              <a:ext uri="{FF2B5EF4-FFF2-40B4-BE49-F238E27FC236}">
                <a16:creationId xmlns:a16="http://schemas.microsoft.com/office/drawing/2014/main" id="{8CD63B9A-B044-49DA-A1FE-089C486C7249}"/>
              </a:ext>
            </a:extLst>
          </p:cNvPr>
          <p:cNvSpPr>
            <a:spLocks noGrp="1"/>
          </p:cNvSpPr>
          <p:nvPr>
            <p:ph idx="1"/>
          </p:nvPr>
        </p:nvSpPr>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4" name="Date Placeholder 3">
            <a:extLst>
              <a:ext uri="{FF2B5EF4-FFF2-40B4-BE49-F238E27FC236}">
                <a16:creationId xmlns:a16="http://schemas.microsoft.com/office/drawing/2014/main" id="{63CF8C6D-11F5-49F1-BAC5-1E509E8F553A}"/>
              </a:ext>
            </a:extLst>
          </p:cNvPr>
          <p:cNvSpPr>
            <a:spLocks noGrp="1"/>
          </p:cNvSpPr>
          <p:nvPr>
            <p:ph type="dt" idx="10"/>
          </p:nvPr>
        </p:nvSpPr>
        <p:spPr/>
        <p:txBody>
          <a:bodyPr/>
          <a:lstStyle/>
          <a:p>
            <a:fld id="{DB8FDF6C-9B07-4782-AA2B-07EAA2872B3C}" type="datetimeFigureOut">
              <a:t>17.09.2026</a:t>
            </a:fld>
            <a:endParaRPr/>
          </a:p>
        </p:txBody>
      </p:sp>
      <p:sp>
        <p:nvSpPr>
          <p:cNvPr id="5" name="Footer Placeholder 4">
            <a:extLst>
              <a:ext uri="{FF2B5EF4-FFF2-40B4-BE49-F238E27FC236}">
                <a16:creationId xmlns:a16="http://schemas.microsoft.com/office/drawing/2014/main" id="{27E98B25-7765-4E3D-A181-19EB92EFDE6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30A8DC9-F997-4E60-8217-3D8BC330D150}"/>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BD39-4E81-4068-B6B5-BD1AC61FEB40}"/>
              </a:ext>
            </a:extLst>
          </p:cNvPr>
          <p:cNvSpPr>
            <a:spLocks noGrp="1"/>
          </p:cNvSpPr>
          <p:nvPr>
            <p:ph type="title"/>
          </p:nvPr>
        </p:nvSpPr>
        <p:spPr>
          <a:xfrm>
            <a:off x="467916" y="2469624"/>
            <a:ext cx="5915025" cy="4120620"/>
          </a:xfrm>
        </p:spPr>
        <p:txBody>
          <a:bodyPr anchor="b"/>
          <a:lstStyle>
            <a:lvl1pPr>
              <a:buNone/>
              <a:defRPr sz="4500"/>
            </a:lvl1pPr>
          </a:lstStyle>
          <a:p>
            <a:r>
              <a:t>Mastertitelformat bearbeiten</a:t>
            </a:r>
          </a:p>
        </p:txBody>
      </p:sp>
      <p:sp>
        <p:nvSpPr>
          <p:cNvPr id="3" name="Text Placeholder 2">
            <a:extLst>
              <a:ext uri="{FF2B5EF4-FFF2-40B4-BE49-F238E27FC236}">
                <a16:creationId xmlns:a16="http://schemas.microsoft.com/office/drawing/2014/main" id="{27AEA3A9-EC41-4AA1-A3BD-4F1BCF355C44}"/>
              </a:ext>
            </a:extLst>
          </p:cNvPr>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buNone/>
            </a:pPr>
            <a:r>
              <a:t>Mastertextformat bearbeiten</a:t>
            </a:r>
          </a:p>
        </p:txBody>
      </p:sp>
      <p:sp>
        <p:nvSpPr>
          <p:cNvPr id="4" name="Date Placeholder 3">
            <a:extLst>
              <a:ext uri="{FF2B5EF4-FFF2-40B4-BE49-F238E27FC236}">
                <a16:creationId xmlns:a16="http://schemas.microsoft.com/office/drawing/2014/main" id="{5DB871D8-A0E4-457D-A480-55F5F64DDB3B}"/>
              </a:ext>
            </a:extLst>
          </p:cNvPr>
          <p:cNvSpPr>
            <a:spLocks noGrp="1"/>
          </p:cNvSpPr>
          <p:nvPr>
            <p:ph type="dt" idx="10"/>
          </p:nvPr>
        </p:nvSpPr>
        <p:spPr/>
        <p:txBody>
          <a:bodyPr/>
          <a:lstStyle/>
          <a:p>
            <a:fld id="{DB8FDF6C-9B07-4782-AA2B-07EAA2872B3C}" type="datetimeFigureOut">
              <a:t>17.09.2026</a:t>
            </a:fld>
            <a:endParaRPr/>
          </a:p>
        </p:txBody>
      </p:sp>
      <p:sp>
        <p:nvSpPr>
          <p:cNvPr id="5" name="Footer Placeholder 4">
            <a:extLst>
              <a:ext uri="{FF2B5EF4-FFF2-40B4-BE49-F238E27FC236}">
                <a16:creationId xmlns:a16="http://schemas.microsoft.com/office/drawing/2014/main" id="{F5EFC711-A396-41B3-87F3-368FA17EAF1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7BC6828-4224-4595-8141-F661671896BF}"/>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1DB3A-638C-48FC-BC51-B26F6E1E008C}"/>
              </a:ext>
            </a:extLst>
          </p:cNvPr>
          <p:cNvSpPr>
            <a:spLocks noGrp="1"/>
          </p:cNvSpPr>
          <p:nvPr>
            <p:ph type="title"/>
          </p:nvPr>
        </p:nvSpPr>
        <p:spPr/>
        <p:txBody>
          <a:bodyPr/>
          <a:lstStyle/>
          <a:p>
            <a:r>
              <a:t>Mastertitelformat bearbeiten</a:t>
            </a:r>
          </a:p>
        </p:txBody>
      </p:sp>
      <p:sp>
        <p:nvSpPr>
          <p:cNvPr id="3" name="Content Placeholder 2">
            <a:extLst>
              <a:ext uri="{FF2B5EF4-FFF2-40B4-BE49-F238E27FC236}">
                <a16:creationId xmlns:a16="http://schemas.microsoft.com/office/drawing/2014/main" id="{944A1C15-93BA-4E56-9843-089FB627CC4F}"/>
              </a:ext>
            </a:extLst>
          </p:cNvPr>
          <p:cNvSpPr>
            <a:spLocks noGrp="1"/>
          </p:cNvSpPr>
          <p:nvPr>
            <p:ph idx="1"/>
          </p:nvPr>
        </p:nvSpPr>
        <p:spPr>
          <a:xfrm>
            <a:off x="471488" y="2637014"/>
            <a:ext cx="2914650" cy="6285266"/>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4" name="Content Placeholder 3">
            <a:extLst>
              <a:ext uri="{FF2B5EF4-FFF2-40B4-BE49-F238E27FC236}">
                <a16:creationId xmlns:a16="http://schemas.microsoft.com/office/drawing/2014/main" id="{15A8A6A8-36DE-484B-900E-916FFEF52F3C}"/>
              </a:ext>
            </a:extLst>
          </p:cNvPr>
          <p:cNvSpPr>
            <a:spLocks noGrp="1"/>
          </p:cNvSpPr>
          <p:nvPr>
            <p:ph idx="2"/>
          </p:nvPr>
        </p:nvSpPr>
        <p:spPr>
          <a:xfrm>
            <a:off x="3471863" y="2637014"/>
            <a:ext cx="2914650" cy="6285266"/>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5" name="Date Placeholder 4">
            <a:extLst>
              <a:ext uri="{FF2B5EF4-FFF2-40B4-BE49-F238E27FC236}">
                <a16:creationId xmlns:a16="http://schemas.microsoft.com/office/drawing/2014/main" id="{411887A2-3C06-4249-9170-791233FC5FF2}"/>
              </a:ext>
            </a:extLst>
          </p:cNvPr>
          <p:cNvSpPr>
            <a:spLocks noGrp="1"/>
          </p:cNvSpPr>
          <p:nvPr>
            <p:ph type="dt" idx="10"/>
          </p:nvPr>
        </p:nvSpPr>
        <p:spPr/>
        <p:txBody>
          <a:bodyPr/>
          <a:lstStyle/>
          <a:p>
            <a:fld id="{DB8FDF6C-9B07-4782-AA2B-07EAA2872B3C}" type="datetimeFigureOut">
              <a:t>17.09.2026</a:t>
            </a:fld>
            <a:endParaRPr/>
          </a:p>
        </p:txBody>
      </p:sp>
      <p:sp>
        <p:nvSpPr>
          <p:cNvPr id="6" name="Footer Placeholder 5">
            <a:extLst>
              <a:ext uri="{FF2B5EF4-FFF2-40B4-BE49-F238E27FC236}">
                <a16:creationId xmlns:a16="http://schemas.microsoft.com/office/drawing/2014/main" id="{FBF221FF-DFDB-4924-B4D5-74E4EA5D5CE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269C2D0-7814-4721-A553-08CBF28903A1}"/>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DCA3-D61E-4CA7-90FF-8F1E772C7891}"/>
              </a:ext>
            </a:extLst>
          </p:cNvPr>
          <p:cNvSpPr>
            <a:spLocks noGrp="1"/>
          </p:cNvSpPr>
          <p:nvPr>
            <p:ph type="title"/>
          </p:nvPr>
        </p:nvSpPr>
        <p:spPr>
          <a:xfrm>
            <a:off x="472381" y="527405"/>
            <a:ext cx="5915025" cy="1914702"/>
          </a:xfrm>
        </p:spPr>
        <p:txBody>
          <a:bodyPr/>
          <a:lstStyle/>
          <a:p>
            <a:r>
              <a:t>Mastertitelformat bearbeiten</a:t>
            </a:r>
          </a:p>
        </p:txBody>
      </p:sp>
      <p:sp>
        <p:nvSpPr>
          <p:cNvPr id="3" name="Text Placeholder 2">
            <a:extLst>
              <a:ext uri="{FF2B5EF4-FFF2-40B4-BE49-F238E27FC236}">
                <a16:creationId xmlns:a16="http://schemas.microsoft.com/office/drawing/2014/main" id="{47472B90-E713-4DF8-BDB8-83ABE72EF994}"/>
              </a:ext>
            </a:extLst>
          </p:cNvPr>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Mastertextformat bearbeiten</a:t>
            </a:r>
          </a:p>
        </p:txBody>
      </p:sp>
      <p:sp>
        <p:nvSpPr>
          <p:cNvPr id="4" name="Content Placeholder 3">
            <a:extLst>
              <a:ext uri="{FF2B5EF4-FFF2-40B4-BE49-F238E27FC236}">
                <a16:creationId xmlns:a16="http://schemas.microsoft.com/office/drawing/2014/main" id="{C0FEA746-73F6-4F64-B4A7-F3FA22D29C92}"/>
              </a:ext>
            </a:extLst>
          </p:cNvPr>
          <p:cNvSpPr>
            <a:spLocks noGrp="1"/>
          </p:cNvSpPr>
          <p:nvPr>
            <p:ph idx="2"/>
          </p:nvPr>
        </p:nvSpPr>
        <p:spPr>
          <a:xfrm>
            <a:off x="472381" y="3618442"/>
            <a:ext cx="2901255" cy="5322183"/>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5" name="Text Placeholder 4">
            <a:extLst>
              <a:ext uri="{FF2B5EF4-FFF2-40B4-BE49-F238E27FC236}">
                <a16:creationId xmlns:a16="http://schemas.microsoft.com/office/drawing/2014/main" id="{57B5D630-6EF3-4FF9-9561-47F3A11259E2}"/>
              </a:ext>
            </a:extLst>
          </p:cNvPr>
          <p:cNvSpPr>
            <a:spLocks noGrp="1"/>
          </p:cNvSpPr>
          <p:nvPr>
            <p:ph type="body"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Mastertextformat bearbeiten</a:t>
            </a:r>
          </a:p>
        </p:txBody>
      </p:sp>
      <p:sp>
        <p:nvSpPr>
          <p:cNvPr id="6" name="Content Placeholder 5">
            <a:extLst>
              <a:ext uri="{FF2B5EF4-FFF2-40B4-BE49-F238E27FC236}">
                <a16:creationId xmlns:a16="http://schemas.microsoft.com/office/drawing/2014/main" id="{C710A4C5-EF0B-49EA-A276-EB0E379BB0C5}"/>
              </a:ext>
            </a:extLst>
          </p:cNvPr>
          <p:cNvSpPr>
            <a:spLocks noGrp="1"/>
          </p:cNvSpPr>
          <p:nvPr>
            <p:ph idx="4"/>
          </p:nvPr>
        </p:nvSpPr>
        <p:spPr>
          <a:xfrm>
            <a:off x="3471863" y="3618442"/>
            <a:ext cx="2915543" cy="5322183"/>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7" name="Date Placeholder 6">
            <a:extLst>
              <a:ext uri="{FF2B5EF4-FFF2-40B4-BE49-F238E27FC236}">
                <a16:creationId xmlns:a16="http://schemas.microsoft.com/office/drawing/2014/main" id="{9E5CEEB4-C7F8-477C-AEA6-0DBDDAA09826}"/>
              </a:ext>
            </a:extLst>
          </p:cNvPr>
          <p:cNvSpPr>
            <a:spLocks noGrp="1"/>
          </p:cNvSpPr>
          <p:nvPr>
            <p:ph type="dt" idx="10"/>
          </p:nvPr>
        </p:nvSpPr>
        <p:spPr/>
        <p:txBody>
          <a:bodyPr/>
          <a:lstStyle/>
          <a:p>
            <a:fld id="{DB8FDF6C-9B07-4782-AA2B-07EAA2872B3C}" type="datetimeFigureOut">
              <a:t>17.09.2026</a:t>
            </a:fld>
            <a:endParaRPr/>
          </a:p>
        </p:txBody>
      </p:sp>
      <p:sp>
        <p:nvSpPr>
          <p:cNvPr id="8" name="Footer Placeholder 7">
            <a:extLst>
              <a:ext uri="{FF2B5EF4-FFF2-40B4-BE49-F238E27FC236}">
                <a16:creationId xmlns:a16="http://schemas.microsoft.com/office/drawing/2014/main" id="{99370C7A-4003-4DC6-B2D2-9708410980E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89E2412-42E2-48A5-B4C6-6786EFE955D9}"/>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959F7-8D57-4449-A754-45883683FFAE}"/>
              </a:ext>
            </a:extLst>
          </p:cNvPr>
          <p:cNvSpPr>
            <a:spLocks noGrp="1"/>
          </p:cNvSpPr>
          <p:nvPr>
            <p:ph type="title"/>
          </p:nvPr>
        </p:nvSpPr>
        <p:spPr/>
        <p:txBody>
          <a:bodyPr/>
          <a:lstStyle/>
          <a:p>
            <a:r>
              <a:t>Mastertitelformat bearbeiten</a:t>
            </a:r>
          </a:p>
        </p:txBody>
      </p:sp>
      <p:sp>
        <p:nvSpPr>
          <p:cNvPr id="3" name="Date Placeholder 2">
            <a:extLst>
              <a:ext uri="{FF2B5EF4-FFF2-40B4-BE49-F238E27FC236}">
                <a16:creationId xmlns:a16="http://schemas.microsoft.com/office/drawing/2014/main" id="{069EB8CD-8EF6-4B49-B447-FE9DFD4EE0DB}"/>
              </a:ext>
            </a:extLst>
          </p:cNvPr>
          <p:cNvSpPr>
            <a:spLocks noGrp="1"/>
          </p:cNvSpPr>
          <p:nvPr>
            <p:ph type="dt" idx="10"/>
          </p:nvPr>
        </p:nvSpPr>
        <p:spPr/>
        <p:txBody>
          <a:bodyPr/>
          <a:lstStyle/>
          <a:p>
            <a:fld id="{DB8FDF6C-9B07-4782-AA2B-07EAA2872B3C}" type="datetimeFigureOut">
              <a:t>17.09.2026</a:t>
            </a:fld>
            <a:endParaRPr/>
          </a:p>
        </p:txBody>
      </p:sp>
      <p:sp>
        <p:nvSpPr>
          <p:cNvPr id="4" name="Footer Placeholder 3">
            <a:extLst>
              <a:ext uri="{FF2B5EF4-FFF2-40B4-BE49-F238E27FC236}">
                <a16:creationId xmlns:a16="http://schemas.microsoft.com/office/drawing/2014/main" id="{2E93CFCA-FA16-4465-995F-0630572E86B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0D75261-2943-4CF8-A9DE-5230E87EFB40}"/>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DF51C-472E-4F01-86F4-BE64FCDBEE0F}"/>
              </a:ext>
            </a:extLst>
          </p:cNvPr>
          <p:cNvSpPr>
            <a:spLocks noGrp="1"/>
          </p:cNvSpPr>
          <p:nvPr>
            <p:ph type="dt" idx="10"/>
          </p:nvPr>
        </p:nvSpPr>
        <p:spPr/>
        <p:txBody>
          <a:bodyPr/>
          <a:lstStyle/>
          <a:p>
            <a:fld id="{DB8FDF6C-9B07-4782-AA2B-07EAA2872B3C}" type="datetimeFigureOut">
              <a:t>17.09.2026</a:t>
            </a:fld>
            <a:endParaRPr/>
          </a:p>
        </p:txBody>
      </p:sp>
      <p:sp>
        <p:nvSpPr>
          <p:cNvPr id="3" name="Footer Placeholder 2">
            <a:extLst>
              <a:ext uri="{FF2B5EF4-FFF2-40B4-BE49-F238E27FC236}">
                <a16:creationId xmlns:a16="http://schemas.microsoft.com/office/drawing/2014/main" id="{B95BC696-0B99-4332-9470-83F226BEBE3D}"/>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272B8B8-5FD6-4FB2-991C-06D0319B8D59}"/>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2C82-025A-441B-9DD6-FF9753C29F20}"/>
              </a:ext>
            </a:extLst>
          </p:cNvPr>
          <p:cNvSpPr>
            <a:spLocks noGrp="1"/>
          </p:cNvSpPr>
          <p:nvPr>
            <p:ph type="title"/>
          </p:nvPr>
        </p:nvSpPr>
        <p:spPr>
          <a:xfrm>
            <a:off x="472381" y="660400"/>
            <a:ext cx="2211884" cy="2311400"/>
          </a:xfrm>
        </p:spPr>
        <p:txBody>
          <a:bodyPr anchor="b"/>
          <a:lstStyle>
            <a:lvl1pPr>
              <a:buNone/>
              <a:defRPr sz="2400"/>
            </a:lvl1pPr>
          </a:lstStyle>
          <a:p>
            <a:r>
              <a:t>Mastertitelformat bearbeiten</a:t>
            </a:r>
          </a:p>
        </p:txBody>
      </p:sp>
      <p:sp>
        <p:nvSpPr>
          <p:cNvPr id="3" name="Content Placeholder 2">
            <a:extLst>
              <a:ext uri="{FF2B5EF4-FFF2-40B4-BE49-F238E27FC236}">
                <a16:creationId xmlns:a16="http://schemas.microsoft.com/office/drawing/2014/main" id="{B0A8AD55-3BD9-427C-9A2A-94AB507299A0}"/>
              </a:ext>
            </a:extLst>
          </p:cNvPr>
          <p:cNvSpPr>
            <a:spLocks noGrp="1"/>
          </p:cNvSpPr>
          <p:nvPr>
            <p:ph idx="1"/>
          </p:nvPr>
        </p:nvSpPr>
        <p:spPr>
          <a:xfrm>
            <a:off x="2915543" y="1426283"/>
            <a:ext cx="3471863" cy="7039681"/>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4" name="Text Placeholder 3">
            <a:extLst>
              <a:ext uri="{FF2B5EF4-FFF2-40B4-BE49-F238E27FC236}">
                <a16:creationId xmlns:a16="http://schemas.microsoft.com/office/drawing/2014/main" id="{CA5CDC20-E2C3-4246-9B07-B30AC32DFBEB}"/>
              </a:ext>
            </a:extLst>
          </p:cNvPr>
          <p:cNvSpPr>
            <a:spLocks noGrp="1"/>
          </p:cNvSpPr>
          <p:nvPr>
            <p:ph type="body"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Mastertextformat bearbeiten</a:t>
            </a:r>
          </a:p>
        </p:txBody>
      </p:sp>
      <p:sp>
        <p:nvSpPr>
          <p:cNvPr id="5" name="Date Placeholder 4">
            <a:extLst>
              <a:ext uri="{FF2B5EF4-FFF2-40B4-BE49-F238E27FC236}">
                <a16:creationId xmlns:a16="http://schemas.microsoft.com/office/drawing/2014/main" id="{98907C2A-290D-44A4-9D6F-9C8E54CED87E}"/>
              </a:ext>
            </a:extLst>
          </p:cNvPr>
          <p:cNvSpPr>
            <a:spLocks noGrp="1"/>
          </p:cNvSpPr>
          <p:nvPr>
            <p:ph type="dt" idx="10"/>
          </p:nvPr>
        </p:nvSpPr>
        <p:spPr/>
        <p:txBody>
          <a:bodyPr/>
          <a:lstStyle/>
          <a:p>
            <a:fld id="{DB8FDF6C-9B07-4782-AA2B-07EAA2872B3C}" type="datetimeFigureOut">
              <a:t>17.09.2026</a:t>
            </a:fld>
            <a:endParaRPr/>
          </a:p>
        </p:txBody>
      </p:sp>
      <p:sp>
        <p:nvSpPr>
          <p:cNvPr id="6" name="Footer Placeholder 5">
            <a:extLst>
              <a:ext uri="{FF2B5EF4-FFF2-40B4-BE49-F238E27FC236}">
                <a16:creationId xmlns:a16="http://schemas.microsoft.com/office/drawing/2014/main" id="{A8E43490-65D0-4162-8B8C-522F4B7BCA7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021FC15-19F4-4760-B6DD-5050D2CEBDDA}"/>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EE20-A892-4A84-9AC2-935E538AD866}"/>
              </a:ext>
            </a:extLst>
          </p:cNvPr>
          <p:cNvSpPr>
            <a:spLocks noGrp="1"/>
          </p:cNvSpPr>
          <p:nvPr>
            <p:ph type="title"/>
          </p:nvPr>
        </p:nvSpPr>
        <p:spPr>
          <a:xfrm>
            <a:off x="472381" y="660400"/>
            <a:ext cx="2211884" cy="2311400"/>
          </a:xfrm>
        </p:spPr>
        <p:txBody>
          <a:bodyPr anchor="b"/>
          <a:lstStyle>
            <a:lvl1pPr>
              <a:buNone/>
              <a:defRPr sz="2400"/>
            </a:lvl1pPr>
          </a:lstStyle>
          <a:p>
            <a:r>
              <a:t>Mastertitelformat bearbeiten</a:t>
            </a:r>
          </a:p>
        </p:txBody>
      </p:sp>
      <p:sp>
        <p:nvSpPr>
          <p:cNvPr id="3" name="Picture Placeholder 2">
            <a:extLst>
              <a:ext uri="{FF2B5EF4-FFF2-40B4-BE49-F238E27FC236}">
                <a16:creationId xmlns:a16="http://schemas.microsoft.com/office/drawing/2014/main" id="{42ADE3E5-B09D-4A5A-8CA4-FB28522126AA}"/>
              </a:ext>
            </a:extLst>
          </p:cNvPr>
          <p:cNvSpPr>
            <a:spLocks noGrp="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t>Bild durch Klicken auf Symbol hinzufügen</a:t>
            </a:r>
          </a:p>
        </p:txBody>
      </p:sp>
      <p:sp>
        <p:nvSpPr>
          <p:cNvPr id="4" name="Text Placeholder 3">
            <a:extLst>
              <a:ext uri="{FF2B5EF4-FFF2-40B4-BE49-F238E27FC236}">
                <a16:creationId xmlns:a16="http://schemas.microsoft.com/office/drawing/2014/main" id="{E3B6D28F-1797-408D-BDFD-FD358DC8885C}"/>
              </a:ext>
            </a:extLst>
          </p:cNvPr>
          <p:cNvSpPr>
            <a:spLocks noGrp="1"/>
          </p:cNvSpPr>
          <p:nvPr>
            <p:ph type="body"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Mastertextformat bearbeiten</a:t>
            </a:r>
          </a:p>
        </p:txBody>
      </p:sp>
      <p:sp>
        <p:nvSpPr>
          <p:cNvPr id="5" name="Date Placeholder 4">
            <a:extLst>
              <a:ext uri="{FF2B5EF4-FFF2-40B4-BE49-F238E27FC236}">
                <a16:creationId xmlns:a16="http://schemas.microsoft.com/office/drawing/2014/main" id="{8D3BDE41-06BD-49B7-AF9B-A514109E12E0}"/>
              </a:ext>
            </a:extLst>
          </p:cNvPr>
          <p:cNvSpPr>
            <a:spLocks noGrp="1"/>
          </p:cNvSpPr>
          <p:nvPr>
            <p:ph type="dt" idx="10"/>
          </p:nvPr>
        </p:nvSpPr>
        <p:spPr/>
        <p:txBody>
          <a:bodyPr/>
          <a:lstStyle/>
          <a:p>
            <a:fld id="{DB8FDF6C-9B07-4782-AA2B-07EAA2872B3C}" type="datetimeFigureOut">
              <a:t>17.09.2026</a:t>
            </a:fld>
            <a:endParaRPr/>
          </a:p>
        </p:txBody>
      </p:sp>
      <p:sp>
        <p:nvSpPr>
          <p:cNvPr id="6" name="Footer Placeholder 5">
            <a:extLst>
              <a:ext uri="{FF2B5EF4-FFF2-40B4-BE49-F238E27FC236}">
                <a16:creationId xmlns:a16="http://schemas.microsoft.com/office/drawing/2014/main" id="{0994DEFC-9C79-4E1A-8AA7-6A4C44E3397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DA57DE4-2176-48A3-AE21-BD3AC5128565}"/>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7D26-83DC-47A4-AADD-1FFCAC3A4D53}"/>
              </a:ext>
            </a:extLst>
          </p:cNvPr>
          <p:cNvSpPr>
            <a:spLocks noGrp="1"/>
          </p:cNvSpPr>
          <p:nvPr>
            <p:ph type="title"/>
          </p:nvPr>
        </p:nvSpPr>
        <p:spPr/>
        <p:txBody>
          <a:bodyPr/>
          <a:lstStyle/>
          <a:p>
            <a:r>
              <a:t>Mastertitelformat bearbeiten</a:t>
            </a:r>
          </a:p>
        </p:txBody>
      </p:sp>
      <p:sp>
        <p:nvSpPr>
          <p:cNvPr id="3" name="Vertical Text Placeholder 2">
            <a:extLst>
              <a:ext uri="{FF2B5EF4-FFF2-40B4-BE49-F238E27FC236}">
                <a16:creationId xmlns:a16="http://schemas.microsoft.com/office/drawing/2014/main" id="{CD87D0BF-7C5D-40B9-8480-D845D02E682B}"/>
              </a:ext>
            </a:extLst>
          </p:cNvPr>
          <p:cNvSpPr>
            <a:spLocks noGrp="1"/>
          </p:cNvSpPr>
          <p:nvPr>
            <p:ph type="body" idx="1"/>
          </p:nvPr>
        </p:nvSpPr>
        <p:spPr/>
        <p:txBody>
          <a:bodyPr vert="eaVert"/>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4" name="Date Placeholder 3">
            <a:extLst>
              <a:ext uri="{FF2B5EF4-FFF2-40B4-BE49-F238E27FC236}">
                <a16:creationId xmlns:a16="http://schemas.microsoft.com/office/drawing/2014/main" id="{023669E9-9CD2-43EF-A98E-C1711AB9C026}"/>
              </a:ext>
            </a:extLst>
          </p:cNvPr>
          <p:cNvSpPr>
            <a:spLocks noGrp="1"/>
          </p:cNvSpPr>
          <p:nvPr>
            <p:ph type="dt" idx="10"/>
          </p:nvPr>
        </p:nvSpPr>
        <p:spPr/>
        <p:txBody>
          <a:bodyPr/>
          <a:lstStyle/>
          <a:p>
            <a:fld id="{DB8FDF6C-9B07-4782-AA2B-07EAA2872B3C}" type="datetimeFigureOut">
              <a:t>17.09.2026</a:t>
            </a:fld>
            <a:endParaRPr/>
          </a:p>
        </p:txBody>
      </p:sp>
      <p:sp>
        <p:nvSpPr>
          <p:cNvPr id="5" name="Footer Placeholder 4">
            <a:extLst>
              <a:ext uri="{FF2B5EF4-FFF2-40B4-BE49-F238E27FC236}">
                <a16:creationId xmlns:a16="http://schemas.microsoft.com/office/drawing/2014/main" id="{2A5A0DB1-D2CE-4A34-95FE-DF53562B7C0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16F11A1-5137-43AD-9E8D-F2016CD293FC}"/>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34920C-CD44-4172-AA35-D9AC0B74AA7C}"/>
              </a:ext>
            </a:extLst>
          </p:cNvPr>
          <p:cNvSpPr>
            <a:spLocks noGrp="1"/>
          </p:cNvSpPr>
          <p:nvPr>
            <p:ph type="title"/>
          </p:nvPr>
        </p:nvSpPr>
        <p:spPr>
          <a:xfrm>
            <a:off x="4907757" y="527403"/>
            <a:ext cx="1478756" cy="8394877"/>
          </a:xfrm>
        </p:spPr>
        <p:txBody>
          <a:bodyPr vert="eaVert"/>
          <a:lstStyle/>
          <a:p>
            <a:r>
              <a:t>Mastertitelformat bearbeiten</a:t>
            </a:r>
          </a:p>
        </p:txBody>
      </p:sp>
      <p:sp>
        <p:nvSpPr>
          <p:cNvPr id="3" name="Vertical Text Placeholder 2">
            <a:extLst>
              <a:ext uri="{FF2B5EF4-FFF2-40B4-BE49-F238E27FC236}">
                <a16:creationId xmlns:a16="http://schemas.microsoft.com/office/drawing/2014/main" id="{668BA217-5A6D-4470-B962-1E7347C33E45}"/>
              </a:ext>
            </a:extLst>
          </p:cNvPr>
          <p:cNvSpPr>
            <a:spLocks noGrp="1"/>
          </p:cNvSpPr>
          <p:nvPr>
            <p:ph type="body" idx="1"/>
          </p:nvPr>
        </p:nvSpPr>
        <p:spPr>
          <a:xfrm>
            <a:off x="471488" y="527403"/>
            <a:ext cx="4350544" cy="8394877"/>
          </a:xfrm>
        </p:spPr>
        <p:txBody>
          <a:bodyPr vert="eaVert"/>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4" name="Date Placeholder 3">
            <a:extLst>
              <a:ext uri="{FF2B5EF4-FFF2-40B4-BE49-F238E27FC236}">
                <a16:creationId xmlns:a16="http://schemas.microsoft.com/office/drawing/2014/main" id="{C6095B36-8338-430D-90A2-D9B16164B8F1}"/>
              </a:ext>
            </a:extLst>
          </p:cNvPr>
          <p:cNvSpPr>
            <a:spLocks noGrp="1"/>
          </p:cNvSpPr>
          <p:nvPr>
            <p:ph type="dt" idx="10"/>
          </p:nvPr>
        </p:nvSpPr>
        <p:spPr/>
        <p:txBody>
          <a:bodyPr/>
          <a:lstStyle/>
          <a:p>
            <a:fld id="{DB8FDF6C-9B07-4782-AA2B-07EAA2872B3C}" type="datetimeFigureOut">
              <a:t>17.09.2026</a:t>
            </a:fld>
            <a:endParaRPr/>
          </a:p>
        </p:txBody>
      </p:sp>
      <p:sp>
        <p:nvSpPr>
          <p:cNvPr id="5" name="Footer Placeholder 4">
            <a:extLst>
              <a:ext uri="{FF2B5EF4-FFF2-40B4-BE49-F238E27FC236}">
                <a16:creationId xmlns:a16="http://schemas.microsoft.com/office/drawing/2014/main" id="{91FFD38C-01AF-42CE-89CE-0BD91A301E5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6C4C8D2-A08C-4426-B677-DA929A76C6D0}"/>
              </a:ext>
            </a:extLst>
          </p:cNvPr>
          <p:cNvSpPr>
            <a:spLocks noGrp="1"/>
          </p:cNvSpPr>
          <p:nvPr>
            <p:ph type="sldNum" idx="12"/>
          </p:nvPr>
        </p:nvSpPr>
        <p:spPr/>
        <p:txBody>
          <a:bodyPr/>
          <a:lstStyle/>
          <a:p>
            <a:fld id="{9A5175ED-A264-4BA1-93AD-224520E57639}"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2C5078-BC87-4FDE-B839-79AC3478359D}"/>
              </a:ext>
            </a:extLst>
          </p:cNvPr>
          <p:cNvSpPr>
            <a:spLocks noGrp="1"/>
          </p:cNvSpPr>
          <p:nvPr>
            <p:ph type="title"/>
          </p:nvPr>
        </p:nvSpPr>
        <p:spPr>
          <a:xfrm>
            <a:off x="471488" y="527405"/>
            <a:ext cx="5915025" cy="1914702"/>
          </a:xfrm>
          <a:prstGeom prst="rect">
            <a:avLst/>
          </a:prstGeom>
        </p:spPr>
        <p:txBody>
          <a:bodyPr vert="horz" lIns="91440" tIns="45720" rIns="91440" bIns="45720" anchor="ctr">
            <a:normAutofit/>
          </a:bodyPr>
          <a:lstStyle/>
          <a:p>
            <a:r>
              <a:t>Mastertitelformat bearbeiten</a:t>
            </a:r>
          </a:p>
        </p:txBody>
      </p:sp>
      <p:sp>
        <p:nvSpPr>
          <p:cNvPr id="3" name="Text Placeholder 2">
            <a:extLst>
              <a:ext uri="{FF2B5EF4-FFF2-40B4-BE49-F238E27FC236}">
                <a16:creationId xmlns:a16="http://schemas.microsoft.com/office/drawing/2014/main" id="{6F114942-995D-40D0-865D-3CAD4FFD3E7D}"/>
              </a:ext>
            </a:extLst>
          </p:cNvPr>
          <p:cNvSpPr>
            <a:spLocks noGrp="1"/>
          </p:cNvSpPr>
          <p:nvPr>
            <p:ph type="body" idx="1"/>
          </p:nvPr>
        </p:nvSpPr>
        <p:spPr>
          <a:xfrm>
            <a:off x="471488" y="2637014"/>
            <a:ext cx="5915025" cy="6285266"/>
          </a:xfrm>
          <a:prstGeom prst="rect">
            <a:avLst/>
          </a:prstGeom>
        </p:spPr>
        <p:txBody>
          <a:bodyPr vert="horz" lIns="91440" tIns="45720" rIns="91440" bIns="45720">
            <a:normAutofit/>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4" name="Date Placeholder 3">
            <a:extLst>
              <a:ext uri="{FF2B5EF4-FFF2-40B4-BE49-F238E27FC236}">
                <a16:creationId xmlns:a16="http://schemas.microsoft.com/office/drawing/2014/main" id="{FAF799A0-893F-4B8E-87DC-79AC064A175B}"/>
              </a:ext>
            </a:extLst>
          </p:cNvPr>
          <p:cNvSpPr>
            <a:spLocks noGrp="1"/>
          </p:cNvSpPr>
          <p:nvPr>
            <p:ph type="dt" idx="2"/>
          </p:nvPr>
        </p:nvSpPr>
        <p:spPr>
          <a:xfrm>
            <a:off x="471488" y="9181397"/>
            <a:ext cx="1543050" cy="527403"/>
          </a:xfrm>
          <a:prstGeom prst="rect">
            <a:avLst/>
          </a:prstGeom>
        </p:spPr>
        <p:txBody>
          <a:bodyPr vert="horz" lIns="91440" tIns="45720" rIns="91440" bIns="45720" anchor="ctr"/>
          <a:lstStyle>
            <a:lvl1pPr algn="l">
              <a:buNone/>
              <a:defRPr sz="900">
                <a:solidFill>
                  <a:schemeClr val="tx1">
                    <a:tint val="75000"/>
                  </a:schemeClr>
                </a:solidFill>
              </a:defRPr>
            </a:lvl1pPr>
          </a:lstStyle>
          <a:p>
            <a:fld id="{DB8FDF6C-9B07-4782-AA2B-07EAA2872B3C}" type="datetimeFigureOut">
              <a:t>17.09.2026</a:t>
            </a:fld>
            <a:endParaRPr/>
          </a:p>
        </p:txBody>
      </p:sp>
      <p:sp>
        <p:nvSpPr>
          <p:cNvPr id="5" name="Footer Placeholder 4">
            <a:extLst>
              <a:ext uri="{FF2B5EF4-FFF2-40B4-BE49-F238E27FC236}">
                <a16:creationId xmlns:a16="http://schemas.microsoft.com/office/drawing/2014/main" id="{B2491230-9281-4384-95C8-7BB5E9A67B5F}"/>
              </a:ext>
            </a:extLst>
          </p:cNvPr>
          <p:cNvSpPr>
            <a:spLocks noGrp="1"/>
          </p:cNvSpPr>
          <p:nvPr>
            <p:ph type="ftr" idx="3"/>
          </p:nvPr>
        </p:nvSpPr>
        <p:spPr>
          <a:xfrm>
            <a:off x="2271713" y="9181397"/>
            <a:ext cx="2314575" cy="527403"/>
          </a:xfrm>
          <a:prstGeom prst="rect">
            <a:avLst/>
          </a:prstGeom>
        </p:spPr>
        <p:txBody>
          <a:bodyPr vert="horz" lIns="91440" tIns="45720" rIns="91440" bIns="45720" anchor="ctr"/>
          <a:lstStyle>
            <a:lvl1pPr algn="ctr">
              <a:buNone/>
              <a:defRPr sz="9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5643670A-7229-409A-8B8A-2FE1FC159F23}"/>
              </a:ext>
            </a:extLst>
          </p:cNvPr>
          <p:cNvSpPr>
            <a:spLocks noGrp="1"/>
          </p:cNvSpPr>
          <p:nvPr>
            <p:ph type="sldNum" idx="4"/>
          </p:nvPr>
        </p:nvSpPr>
        <p:spPr>
          <a:xfrm>
            <a:off x="4843463" y="9181397"/>
            <a:ext cx="1543050" cy="527403"/>
          </a:xfrm>
          <a:prstGeom prst="rect">
            <a:avLst/>
          </a:prstGeom>
        </p:spPr>
        <p:txBody>
          <a:bodyPr vert="horz" lIns="91440" tIns="45720" rIns="91440" bIns="45720" anchor="ctr"/>
          <a:lstStyle>
            <a:lvl1pPr algn="r">
              <a:buNone/>
              <a:defRPr sz="900">
                <a:solidFill>
                  <a:schemeClr val="tx1">
                    <a:tint val="75000"/>
                  </a:schemeClr>
                </a:solidFill>
              </a:defRPr>
            </a:lvl1pPr>
          </a:lstStyle>
          <a:p>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a:lnSpc>
          <a:spcPct val="90000"/>
        </a:lnSpc>
        <a:spcBef>
          <a:spcPct val="0"/>
        </a:spcBef>
        <a:buNone/>
        <a:defRPr sz="33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a:extLst>
              <a:ext uri="{FF2B5EF4-FFF2-40B4-BE49-F238E27FC236}">
                <a16:creationId xmlns:a16="http://schemas.microsoft.com/office/drawing/2014/main" id="{21AA5DBD-B2C7-405C-8A3E-D9133923CDA8}"/>
              </a:ext>
            </a:extLst>
          </p:cNvPr>
          <p:cNvSpPr>
            <a:spLocks noGrp="1"/>
          </p:cNvSpPr>
          <p:nvPr/>
        </p:nvSpPr>
        <p:spPr>
          <a:xfrm>
            <a:off x="-35771" y="7451"/>
            <a:ext cx="2424688" cy="9906000"/>
          </a:xfrm>
          <a:prstGeom prst="rect">
            <a:avLst/>
          </a:prstGeom>
          <a:solidFill>
            <a:srgbClr val="3399FF"/>
          </a:solidFill>
          <a:ln w="3175"/>
        </p:spPr>
        <p:txBody>
          <a:bodyPr lIns="38100" tIns="38100" rIns="38100" bIns="38100" anchor="ctr"/>
          <a:lstStyle/>
          <a:p>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a:ext uri="{FF2B5EF4-FFF2-40B4-BE49-F238E27FC236}">
                <a16:creationId xmlns:a16="http://schemas.microsoft.com/office/drawing/2014/main" id="{6BD9946B-7A65-4B0F-A0FB-E8CC35677CB9}"/>
              </a:ext>
            </a:extLst>
          </p:cNvPr>
          <p:cNvSpPr>
            <a:spLocks noGrp="1"/>
          </p:cNvSpPr>
          <p:nvPr/>
        </p:nvSpPr>
        <p:spPr>
          <a:xfrm>
            <a:off x="565455" y="70231"/>
            <a:ext cx="1340086" cy="1340086"/>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9" name="Grafik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7266" y="485943"/>
            <a:ext cx="701888" cy="701888"/>
          </a:xfrm>
          <a:prstGeom prst="rect">
            <a:avLst/>
          </a:prstGeom>
        </p:spPr>
      </p:pic>
      <p:pic>
        <p:nvPicPr>
          <p:cNvPr id="200" name="Grafik 8"/>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464" y="485944"/>
            <a:ext cx="701888" cy="701888"/>
          </a:xfrm>
          <a:prstGeom prst="rect">
            <a:avLst/>
          </a:prstGeom>
        </p:spPr>
      </p:pic>
      <p:pic>
        <p:nvPicPr>
          <p:cNvPr id="201" name="Grafik 14"/>
          <p:cNvPicPr>
            <a:picLocks noChangeAspect="1"/>
          </p:cNvPicPr>
          <p:nvPr/>
        </p:nvPicPr>
        <p:blipFill>
          <a:blip r:embed="rId5"/>
          <a:stretch>
            <a:fillRect/>
          </a:stretch>
        </p:blipFill>
        <p:spPr>
          <a:xfrm>
            <a:off x="696445" y="2643818"/>
            <a:ext cx="336384" cy="336384"/>
          </a:xfrm>
          <a:prstGeom prst="rect">
            <a:avLst/>
          </a:prstGeom>
        </p:spPr>
      </p:pic>
      <p:pic>
        <p:nvPicPr>
          <p:cNvPr id="202" name="Grafik 16"/>
          <p:cNvPicPr>
            <a:picLocks noChangeAspect="1"/>
          </p:cNvPicPr>
          <p:nvPr/>
        </p:nvPicPr>
        <p:blipFill>
          <a:blip r:embed="rId6"/>
          <a:stretch>
            <a:fillRect/>
          </a:stretch>
        </p:blipFill>
        <p:spPr>
          <a:xfrm>
            <a:off x="214066" y="8627364"/>
            <a:ext cx="265742" cy="265742"/>
          </a:xfrm>
          <a:prstGeom prst="rect">
            <a:avLst/>
          </a:prstGeom>
        </p:spPr>
      </p:pic>
      <p:pic>
        <p:nvPicPr>
          <p:cNvPr id="203" name="Grafik 18"/>
          <p:cNvPicPr>
            <a:picLocks noChangeAspect="1"/>
          </p:cNvPicPr>
          <p:nvPr/>
        </p:nvPicPr>
        <p:blipFill>
          <a:blip r:embed="rId7"/>
          <a:stretch>
            <a:fillRect/>
          </a:stretch>
        </p:blipFill>
        <p:spPr>
          <a:xfrm>
            <a:off x="587532" y="8627364"/>
            <a:ext cx="265742" cy="265742"/>
          </a:xfrm>
          <a:prstGeom prst="rect">
            <a:avLst/>
          </a:prstGeom>
        </p:spPr>
      </p:pic>
      <p:pic>
        <p:nvPicPr>
          <p:cNvPr id="204" name="Grafik 20"/>
          <p:cNvPicPr>
            <a:picLocks noChangeAspect="1"/>
          </p:cNvPicPr>
          <p:nvPr/>
        </p:nvPicPr>
        <p:blipFill>
          <a:blip r:embed="rId8"/>
          <a:stretch>
            <a:fillRect/>
          </a:stretch>
        </p:blipFill>
        <p:spPr>
          <a:xfrm>
            <a:off x="989085" y="8607554"/>
            <a:ext cx="265742" cy="265742"/>
          </a:xfrm>
          <a:prstGeom prst="rect">
            <a:avLst/>
          </a:prstGeom>
        </p:spPr>
      </p:pic>
      <p:pic>
        <p:nvPicPr>
          <p:cNvPr id="205" name="Grafik 22"/>
          <p:cNvPicPr>
            <a:picLocks noChangeAspect="1"/>
          </p:cNvPicPr>
          <p:nvPr/>
        </p:nvPicPr>
        <p:blipFill>
          <a:blip r:embed="rId9"/>
          <a:stretch>
            <a:fillRect/>
          </a:stretch>
        </p:blipFill>
        <p:spPr>
          <a:xfrm>
            <a:off x="192676" y="9197885"/>
            <a:ext cx="265742" cy="265742"/>
          </a:xfrm>
          <a:prstGeom prst="rect">
            <a:avLst/>
          </a:prstGeom>
        </p:spPr>
      </p:pic>
      <p:pic>
        <p:nvPicPr>
          <p:cNvPr id="206" name="Grafik 24"/>
          <p:cNvPicPr>
            <a:picLocks noChangeAspect="1"/>
          </p:cNvPicPr>
          <p:nvPr/>
        </p:nvPicPr>
        <p:blipFill>
          <a:blip r:embed="rId10"/>
          <a:stretch>
            <a:fillRect/>
          </a:stretch>
        </p:blipFill>
        <p:spPr>
          <a:xfrm>
            <a:off x="557675" y="9209255"/>
            <a:ext cx="265742" cy="265742"/>
          </a:xfrm>
          <a:prstGeom prst="rect">
            <a:avLst/>
          </a:prstGeom>
        </p:spPr>
      </p:pic>
      <p:pic>
        <p:nvPicPr>
          <p:cNvPr id="207" name="Grafik 26"/>
          <p:cNvPicPr>
            <a:picLocks noChangeAspect="1"/>
          </p:cNvPicPr>
          <p:nvPr/>
        </p:nvPicPr>
        <p:blipFill>
          <a:blip r:embed="rId11"/>
          <a:stretch>
            <a:fillRect/>
          </a:stretch>
        </p:blipFill>
        <p:spPr>
          <a:xfrm>
            <a:off x="157117" y="2643818"/>
            <a:ext cx="336384" cy="336384"/>
          </a:xfrm>
          <a:prstGeom prst="rect">
            <a:avLst/>
          </a:prstGeom>
        </p:spPr>
      </p:pic>
      <p:sp>
        <p:nvSpPr>
          <p:cNvPr id="28" name="Rechteck">
            <a:extLst>
              <a:ext uri="{FF2B5EF4-FFF2-40B4-BE49-F238E27FC236}">
                <a16:creationId xmlns:a16="http://schemas.microsoft.com/office/drawing/2014/main" id="{4750C0A6-490D-4A49-8A18-E73489E56FE9}"/>
              </a:ext>
            </a:extLst>
          </p:cNvPr>
          <p:cNvSpPr>
            <a:spLocks noGrp="1"/>
          </p:cNvSpPr>
          <p:nvPr/>
        </p:nvSpPr>
        <p:spPr>
          <a:xfrm>
            <a:off x="2418199" y="0"/>
            <a:ext cx="147600" cy="9663113"/>
          </a:xfrm>
          <a:prstGeom prst="rect">
            <a:avLst/>
          </a:prstGeom>
          <a:solidFill>
            <a:srgbClr val="92E2FF"/>
          </a:solidFill>
          <a:ln w="3175"/>
        </p:spPr>
        <p:txBody>
          <a:bodyPr lIns="38100" tIns="38100" rIns="38100" bIns="38100" anchor="ctr"/>
          <a:lstStyle/>
          <a:p>
            <a:endParaRPr sz="2800">
              <a:solidFill>
                <a:srgbClr val="FFFFFF"/>
              </a:solidFill>
            </a:endParaRPr>
          </a:p>
        </p:txBody>
      </p:sp>
      <p:sp>
        <p:nvSpPr>
          <p:cNvPr id="30" name="Rechtwinkliges Dreieck 29">
            <a:extLst>
              <a:ext uri="{FF2B5EF4-FFF2-40B4-BE49-F238E27FC236}">
                <a16:creationId xmlns:a16="http://schemas.microsoft.com/office/drawing/2014/main" id="{F58D6FA0-8034-4CC5-8929-30729B0E12D2}"/>
              </a:ext>
            </a:extLst>
          </p:cNvPr>
          <p:cNvSpPr>
            <a:spLocks noGrp="1"/>
          </p:cNvSpPr>
          <p:nvPr/>
        </p:nvSpPr>
        <p:spPr>
          <a:xfrm rot="5400000">
            <a:off x="2372044" y="9709270"/>
            <a:ext cx="239910" cy="147600"/>
          </a:xfrm>
          <a:prstGeom prst="rtTriangle">
            <a:avLst/>
          </a:prstGeom>
          <a:solidFill>
            <a:srgbClr val="92E2FF"/>
          </a:solidFill>
          <a:ln w="3175"/>
        </p:spPr>
        <p:txBody>
          <a:bodyPr lIns="38100" tIns="38100" rIns="38100" bIns="38100" anchor="ctr"/>
          <a:lstStyle/>
          <a:p>
            <a:endParaRPr sz="2800">
              <a:solidFill>
                <a:srgbClr val="FFFFFF"/>
              </a:solidFill>
            </a:endParaRPr>
          </a:p>
        </p:txBody>
      </p:sp>
      <p:pic>
        <p:nvPicPr>
          <p:cNvPr id="210" name="Grafik 38"/>
          <p:cNvPicPr>
            <a:picLocks noChangeAspect="1"/>
          </p:cNvPicPr>
          <p:nvPr/>
        </p:nvPicPr>
        <p:blipFill>
          <a:blip r:embed="rId12"/>
          <a:stretch>
            <a:fillRect/>
          </a:stretch>
        </p:blipFill>
        <p:spPr>
          <a:xfrm>
            <a:off x="1426017" y="8616954"/>
            <a:ext cx="265742" cy="265742"/>
          </a:xfrm>
          <a:prstGeom prst="rect">
            <a:avLst/>
          </a:prstGeom>
        </p:spPr>
      </p:pic>
      <p:pic>
        <p:nvPicPr>
          <p:cNvPr id="211" name="Grafik 40"/>
          <p:cNvPicPr>
            <a:picLocks noChangeAspect="1"/>
          </p:cNvPicPr>
          <p:nvPr/>
        </p:nvPicPr>
        <p:blipFill>
          <a:blip r:embed="rId13"/>
          <a:stretch>
            <a:fillRect/>
          </a:stretch>
        </p:blipFill>
        <p:spPr>
          <a:xfrm>
            <a:off x="961029" y="9197885"/>
            <a:ext cx="265742" cy="265742"/>
          </a:xfrm>
          <a:prstGeom prst="rect">
            <a:avLst/>
          </a:prstGeom>
        </p:spPr>
      </p:pic>
      <p:sp>
        <p:nvSpPr>
          <p:cNvPr id="46" name="40%">
            <a:extLst>
              <a:ext uri="{FF2B5EF4-FFF2-40B4-BE49-F238E27FC236}">
                <a16:creationId xmlns:a16="http://schemas.microsoft.com/office/drawing/2014/main" id="{B105F850-775B-4953-9FDA-6173836F405B}"/>
              </a:ext>
            </a:extLst>
          </p:cNvPr>
          <p:cNvSpPr>
            <a:spLocks noGrp="1"/>
          </p:cNvSpPr>
          <p:nvPr/>
        </p:nvSpPr>
        <p:spPr>
          <a:xfrm>
            <a:off x="141795"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7" name="5%">
            <a:extLst>
              <a:ext uri="{FF2B5EF4-FFF2-40B4-BE49-F238E27FC236}">
                <a16:creationId xmlns:a16="http://schemas.microsoft.com/office/drawing/2014/main" id="{B761FD74-41CC-4517-8360-224480B54095}"/>
              </a:ext>
            </a:extLst>
          </p:cNvPr>
          <p:cNvSpPr>
            <a:spLocks noGrp="1"/>
          </p:cNvSpPr>
          <p:nvPr/>
        </p:nvSpPr>
        <p:spPr>
          <a:xfrm>
            <a:off x="1032574" y="8946358"/>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8" name="15%">
            <a:extLst>
              <a:ext uri="{FF2B5EF4-FFF2-40B4-BE49-F238E27FC236}">
                <a16:creationId xmlns:a16="http://schemas.microsoft.com/office/drawing/2014/main" id="{B3AFBE9D-3B87-4EEE-A4DC-243DAB4A00FF}"/>
              </a:ext>
            </a:extLst>
          </p:cNvPr>
          <p:cNvSpPr>
            <a:spLocks noGrp="1"/>
          </p:cNvSpPr>
          <p:nvPr/>
        </p:nvSpPr>
        <p:spPr>
          <a:xfrm>
            <a:off x="570182"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40%</a:t>
            </a:r>
          </a:p>
        </p:txBody>
      </p:sp>
      <p:sp>
        <p:nvSpPr>
          <p:cNvPr id="49" name="40%">
            <a:extLst>
              <a:ext uri="{FF2B5EF4-FFF2-40B4-BE49-F238E27FC236}">
                <a16:creationId xmlns:a16="http://schemas.microsoft.com/office/drawing/2014/main" id="{141A722F-4165-4835-A979-F38C4B4AB514}"/>
              </a:ext>
            </a:extLst>
          </p:cNvPr>
          <p:cNvSpPr>
            <a:spLocks noGrp="1"/>
          </p:cNvSpPr>
          <p:nvPr/>
        </p:nvSpPr>
        <p:spPr>
          <a:xfrm>
            <a:off x="529148"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0" name="0%">
            <a:extLst>
              <a:ext uri="{FF2B5EF4-FFF2-40B4-BE49-F238E27FC236}">
                <a16:creationId xmlns:a16="http://schemas.microsoft.com/office/drawing/2014/main" id="{93267ABD-3B59-438D-939B-BF4207DA111D}"/>
              </a:ext>
            </a:extLst>
          </p:cNvPr>
          <p:cNvSpPr>
            <a:spLocks noGrp="1"/>
          </p:cNvSpPr>
          <p:nvPr/>
        </p:nvSpPr>
        <p:spPr>
          <a:xfrm>
            <a:off x="935999"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50%</a:t>
            </a:r>
          </a:p>
        </p:txBody>
      </p:sp>
      <p:pic>
        <p:nvPicPr>
          <p:cNvPr id="217" name="Grafik 51"/>
          <p:cNvPicPr>
            <a:picLocks noChangeAspect="1"/>
          </p:cNvPicPr>
          <p:nvPr/>
        </p:nvPicPr>
        <p:blipFill>
          <a:blip r:embed="rId14"/>
          <a:stretch>
            <a:fillRect/>
          </a:stretch>
        </p:blipFill>
        <p:spPr>
          <a:xfrm>
            <a:off x="1888922" y="8656394"/>
            <a:ext cx="265743" cy="265743"/>
          </a:xfrm>
          <a:prstGeom prst="rect">
            <a:avLst/>
          </a:prstGeom>
        </p:spPr>
      </p:pic>
      <p:sp>
        <p:nvSpPr>
          <p:cNvPr id="53" name="40%">
            <a:extLst>
              <a:ext uri="{FF2B5EF4-FFF2-40B4-BE49-F238E27FC236}">
                <a16:creationId xmlns:a16="http://schemas.microsoft.com/office/drawing/2014/main" id="{93F35EC7-36D9-4745-9986-C4FE7847053C}"/>
              </a:ext>
            </a:extLst>
          </p:cNvPr>
          <p:cNvSpPr>
            <a:spLocks noGrp="1"/>
          </p:cNvSpPr>
          <p:nvPr/>
        </p:nvSpPr>
        <p:spPr>
          <a:xfrm>
            <a:off x="120429" y="9513745"/>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54" name="5%">
            <a:extLst>
              <a:ext uri="{FF2B5EF4-FFF2-40B4-BE49-F238E27FC236}">
                <a16:creationId xmlns:a16="http://schemas.microsoft.com/office/drawing/2014/main" id="{42115540-9E2E-4549-A8B0-48B52CFC47CF}"/>
              </a:ext>
            </a:extLst>
          </p:cNvPr>
          <p:cNvSpPr>
            <a:spLocks noGrp="1"/>
          </p:cNvSpPr>
          <p:nvPr/>
        </p:nvSpPr>
        <p:spPr>
          <a:xfrm>
            <a:off x="1445958" y="8946359"/>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6" name="5%">
            <a:extLst>
              <a:ext uri="{FF2B5EF4-FFF2-40B4-BE49-F238E27FC236}">
                <a16:creationId xmlns:a16="http://schemas.microsoft.com/office/drawing/2014/main" id="{D9049078-B517-4566-B31B-5005796A8C8F}"/>
              </a:ext>
            </a:extLst>
          </p:cNvPr>
          <p:cNvSpPr>
            <a:spLocks noGrp="1"/>
          </p:cNvSpPr>
          <p:nvPr/>
        </p:nvSpPr>
        <p:spPr>
          <a:xfrm>
            <a:off x="1830089" y="8952984"/>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7" name="Persönlichkeit">
            <a:extLst>
              <a:ext uri="{FF2B5EF4-FFF2-40B4-BE49-F238E27FC236}">
                <a16:creationId xmlns:a16="http://schemas.microsoft.com/office/drawing/2014/main" id="{28B2D65B-7C0A-4540-9BB1-3A2BA1C3B320}"/>
              </a:ext>
            </a:extLst>
          </p:cNvPr>
          <p:cNvSpPr>
            <a:spLocks noGrp="1"/>
          </p:cNvSpPr>
          <p:nvPr/>
        </p:nvSpPr>
        <p:spPr>
          <a:xfrm>
            <a:off x="134284" y="4389010"/>
            <a:ext cx="1357206"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Internet</a:t>
            </a:r>
          </a:p>
        </p:txBody>
      </p:sp>
      <p:sp>
        <p:nvSpPr>
          <p:cNvPr id="58" name="Extrovertiert">
            <a:extLst>
              <a:ext uri="{FF2B5EF4-FFF2-40B4-BE49-F238E27FC236}">
                <a16:creationId xmlns:a16="http://schemas.microsoft.com/office/drawing/2014/main" id="{A8560577-5D82-4078-A956-BA30B12556FD}"/>
              </a:ext>
            </a:extLst>
          </p:cNvPr>
          <p:cNvSpPr>
            <a:spLocks noGrp="1"/>
          </p:cNvSpPr>
          <p:nvPr/>
        </p:nvSpPr>
        <p:spPr>
          <a:xfrm>
            <a:off x="82760" y="5533534"/>
            <a:ext cx="88992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Extrovertiert</a:t>
            </a:r>
          </a:p>
        </p:txBody>
      </p:sp>
      <p:sp>
        <p:nvSpPr>
          <p:cNvPr id="59" name="Introvertiert">
            <a:extLst>
              <a:ext uri="{FF2B5EF4-FFF2-40B4-BE49-F238E27FC236}">
                <a16:creationId xmlns:a16="http://schemas.microsoft.com/office/drawing/2014/main" id="{124657A9-77EC-40D8-B30E-DCE00AD3FC02}"/>
              </a:ext>
            </a:extLst>
          </p:cNvPr>
          <p:cNvSpPr>
            <a:spLocks noGrp="1"/>
          </p:cNvSpPr>
          <p:nvPr/>
        </p:nvSpPr>
        <p:spPr>
          <a:xfrm>
            <a:off x="1388058" y="5537642"/>
            <a:ext cx="852703"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Introvertiert</a:t>
            </a:r>
          </a:p>
        </p:txBody>
      </p:sp>
      <p:sp>
        <p:nvSpPr>
          <p:cNvPr id="60" name="Planer">
            <a:extLst>
              <a:ext uri="{FF2B5EF4-FFF2-40B4-BE49-F238E27FC236}">
                <a16:creationId xmlns:a16="http://schemas.microsoft.com/office/drawing/2014/main" id="{D0FE18F3-FED4-4291-A264-345476A3EB02}"/>
              </a:ext>
            </a:extLst>
          </p:cNvPr>
          <p:cNvSpPr>
            <a:spLocks noGrp="1"/>
          </p:cNvSpPr>
          <p:nvPr/>
        </p:nvSpPr>
        <p:spPr>
          <a:xfrm>
            <a:off x="77024" y="5893187"/>
            <a:ext cx="1022692"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Planer</a:t>
            </a:r>
          </a:p>
        </p:txBody>
      </p:sp>
      <p:sp>
        <p:nvSpPr>
          <p:cNvPr id="61" name="Spontan">
            <a:extLst>
              <a:ext uri="{FF2B5EF4-FFF2-40B4-BE49-F238E27FC236}">
                <a16:creationId xmlns:a16="http://schemas.microsoft.com/office/drawing/2014/main" id="{88C99627-9916-45EB-B20F-0BCF83C38230}"/>
              </a:ext>
            </a:extLst>
          </p:cNvPr>
          <p:cNvSpPr>
            <a:spLocks noGrp="1"/>
          </p:cNvSpPr>
          <p:nvPr/>
        </p:nvSpPr>
        <p:spPr>
          <a:xfrm>
            <a:off x="1566050" y="5893187"/>
            <a:ext cx="612497"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Spontan</a:t>
            </a:r>
          </a:p>
        </p:txBody>
      </p:sp>
      <p:sp>
        <p:nvSpPr>
          <p:cNvPr id="62" name="Fühlen">
            <a:extLst>
              <a:ext uri="{FF2B5EF4-FFF2-40B4-BE49-F238E27FC236}">
                <a16:creationId xmlns:a16="http://schemas.microsoft.com/office/drawing/2014/main" id="{6747BE4F-8950-43D7-92CD-F1E0184B75EA}"/>
              </a:ext>
            </a:extLst>
          </p:cNvPr>
          <p:cNvSpPr>
            <a:spLocks noGrp="1"/>
          </p:cNvSpPr>
          <p:nvPr/>
        </p:nvSpPr>
        <p:spPr>
          <a:xfrm>
            <a:off x="1725637" y="6265328"/>
            <a:ext cx="692318"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Fühlen</a:t>
            </a:r>
          </a:p>
        </p:txBody>
      </p:sp>
      <p:sp>
        <p:nvSpPr>
          <p:cNvPr id="63" name="Konservativ">
            <a:extLst>
              <a:ext uri="{FF2B5EF4-FFF2-40B4-BE49-F238E27FC236}">
                <a16:creationId xmlns:a16="http://schemas.microsoft.com/office/drawing/2014/main" id="{5CA6DB11-9BCE-46D7-BD8F-B487B45784CC}"/>
              </a:ext>
            </a:extLst>
          </p:cNvPr>
          <p:cNvSpPr>
            <a:spLocks noGrp="1"/>
          </p:cNvSpPr>
          <p:nvPr/>
        </p:nvSpPr>
        <p:spPr>
          <a:xfrm>
            <a:off x="82340" y="6663407"/>
            <a:ext cx="838450"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Konservativ</a:t>
            </a:r>
          </a:p>
        </p:txBody>
      </p:sp>
      <p:sp>
        <p:nvSpPr>
          <p:cNvPr id="64" name="Liberal">
            <a:extLst>
              <a:ext uri="{FF2B5EF4-FFF2-40B4-BE49-F238E27FC236}">
                <a16:creationId xmlns:a16="http://schemas.microsoft.com/office/drawing/2014/main" id="{CBB632E1-2BE6-4B4E-8ECF-5009DEBD8877}"/>
              </a:ext>
            </a:extLst>
          </p:cNvPr>
          <p:cNvSpPr>
            <a:spLocks noGrp="1"/>
          </p:cNvSpPr>
          <p:nvPr/>
        </p:nvSpPr>
        <p:spPr>
          <a:xfrm>
            <a:off x="1765096" y="6649904"/>
            <a:ext cx="51938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Liberal</a:t>
            </a:r>
          </a:p>
        </p:txBody>
      </p:sp>
      <p:sp>
        <p:nvSpPr>
          <p:cNvPr id="65" name="Anführer">
            <a:extLst>
              <a:ext uri="{FF2B5EF4-FFF2-40B4-BE49-F238E27FC236}">
                <a16:creationId xmlns:a16="http://schemas.microsoft.com/office/drawing/2014/main" id="{263BF284-5B72-4F84-A1D0-EB617316CB00}"/>
              </a:ext>
            </a:extLst>
          </p:cNvPr>
          <p:cNvSpPr>
            <a:spLocks noGrp="1"/>
          </p:cNvSpPr>
          <p:nvPr/>
        </p:nvSpPr>
        <p:spPr>
          <a:xfrm>
            <a:off x="104432" y="7101330"/>
            <a:ext cx="64721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Anführer</a:t>
            </a:r>
          </a:p>
        </p:txBody>
      </p:sp>
      <p:sp>
        <p:nvSpPr>
          <p:cNvPr id="66" name="Nachahmer">
            <a:extLst>
              <a:ext uri="{FF2B5EF4-FFF2-40B4-BE49-F238E27FC236}">
                <a16:creationId xmlns:a16="http://schemas.microsoft.com/office/drawing/2014/main" id="{D5226E57-86B7-4C63-B917-4FDDC04A6B2B}"/>
              </a:ext>
            </a:extLst>
          </p:cNvPr>
          <p:cNvSpPr>
            <a:spLocks noGrp="1"/>
          </p:cNvSpPr>
          <p:nvPr/>
        </p:nvSpPr>
        <p:spPr>
          <a:xfrm>
            <a:off x="1453692" y="7069712"/>
            <a:ext cx="83937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Nachahmer</a:t>
            </a:r>
          </a:p>
        </p:txBody>
      </p:sp>
      <p:sp>
        <p:nvSpPr>
          <p:cNvPr id="67" name="Internet">
            <a:extLst>
              <a:ext uri="{FF2B5EF4-FFF2-40B4-BE49-F238E27FC236}">
                <a16:creationId xmlns:a16="http://schemas.microsoft.com/office/drawing/2014/main" id="{74A13C56-17B0-4C31-9510-B5E300B78A64}"/>
              </a:ext>
            </a:extLst>
          </p:cNvPr>
          <p:cNvSpPr>
            <a:spLocks noGrp="1"/>
          </p:cNvSpPr>
          <p:nvPr/>
        </p:nvSpPr>
        <p:spPr>
          <a:xfrm>
            <a:off x="101283" y="3669842"/>
            <a:ext cx="961917"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Technologie</a:t>
            </a:r>
          </a:p>
        </p:txBody>
      </p:sp>
      <p:sp>
        <p:nvSpPr>
          <p:cNvPr id="68" name="Software und Apps">
            <a:extLst>
              <a:ext uri="{FF2B5EF4-FFF2-40B4-BE49-F238E27FC236}">
                <a16:creationId xmlns:a16="http://schemas.microsoft.com/office/drawing/2014/main" id="{3362B1B7-D87D-481B-BE54-011F77612331}"/>
              </a:ext>
            </a:extLst>
          </p:cNvPr>
          <p:cNvSpPr>
            <a:spLocks noGrp="1"/>
          </p:cNvSpPr>
          <p:nvPr/>
        </p:nvSpPr>
        <p:spPr>
          <a:xfrm>
            <a:off x="110811" y="4049132"/>
            <a:ext cx="133783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Software und Apps</a:t>
            </a:r>
          </a:p>
        </p:txBody>
      </p:sp>
      <p:sp>
        <p:nvSpPr>
          <p:cNvPr id="70" name="Rechteck">
            <a:extLst>
              <a:ext uri="{FF2B5EF4-FFF2-40B4-BE49-F238E27FC236}">
                <a16:creationId xmlns:a16="http://schemas.microsoft.com/office/drawing/2014/main" id="{5D8690B6-5E99-4750-88E0-64565D577282}"/>
              </a:ext>
            </a:extLst>
          </p:cNvPr>
          <p:cNvSpPr>
            <a:spLocks noGrp="1"/>
          </p:cNvSpPr>
          <p:nvPr/>
        </p:nvSpPr>
        <p:spPr>
          <a:xfrm>
            <a:off x="104433"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a:ext uri="{FF2B5EF4-FFF2-40B4-BE49-F238E27FC236}">
                <a16:creationId xmlns:a16="http://schemas.microsoft.com/office/drawing/2014/main" id="{32848BB3-5727-4D6A-A110-F633A76793A3}"/>
              </a:ext>
            </a:extLst>
          </p:cNvPr>
          <p:cNvSpPr>
            <a:spLocks noGrp="1"/>
          </p:cNvSpPr>
          <p:nvPr/>
        </p:nvSpPr>
        <p:spPr>
          <a:xfrm>
            <a:off x="9572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a:ext uri="{FF2B5EF4-FFF2-40B4-BE49-F238E27FC236}">
                <a16:creationId xmlns:a16="http://schemas.microsoft.com/office/drawing/2014/main" id="{50062F09-FC3A-4349-86B5-36B0E542BC34}"/>
              </a:ext>
            </a:extLst>
          </p:cNvPr>
          <p:cNvSpPr>
            <a:spLocks noGrp="1"/>
          </p:cNvSpPr>
          <p:nvPr/>
        </p:nvSpPr>
        <p:spPr>
          <a:xfrm>
            <a:off x="530832" y="73232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a:ext uri="{FF2B5EF4-FFF2-40B4-BE49-F238E27FC236}">
                <a16:creationId xmlns:a16="http://schemas.microsoft.com/office/drawing/2014/main" id="{A73686BC-7D33-487D-A59D-B8A2614EC025}"/>
              </a:ext>
            </a:extLst>
          </p:cNvPr>
          <p:cNvSpPr>
            <a:spLocks noGrp="1"/>
          </p:cNvSpPr>
          <p:nvPr/>
        </p:nvSpPr>
        <p:spPr>
          <a:xfrm>
            <a:off x="13836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a:ext uri="{FF2B5EF4-FFF2-40B4-BE49-F238E27FC236}">
                <a16:creationId xmlns:a16="http://schemas.microsoft.com/office/drawing/2014/main" id="{2D768AB4-9B3F-4F96-A6FA-02EA6985981F}"/>
              </a:ext>
            </a:extLst>
          </p:cNvPr>
          <p:cNvSpPr>
            <a:spLocks noGrp="1"/>
          </p:cNvSpPr>
          <p:nvPr/>
        </p:nvSpPr>
        <p:spPr>
          <a:xfrm>
            <a:off x="18100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a:ext uri="{FF2B5EF4-FFF2-40B4-BE49-F238E27FC236}">
                <a16:creationId xmlns:a16="http://schemas.microsoft.com/office/drawing/2014/main" id="{2893C15A-D55F-48CF-81A6-F3AB22FFC2D2}"/>
              </a:ext>
            </a:extLst>
          </p:cNvPr>
          <p:cNvSpPr>
            <a:spLocks noGrp="1"/>
          </p:cNvSpPr>
          <p:nvPr/>
        </p:nvSpPr>
        <p:spPr>
          <a:xfrm>
            <a:off x="104433" y="6915851"/>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a:ext uri="{FF2B5EF4-FFF2-40B4-BE49-F238E27FC236}">
                <a16:creationId xmlns:a16="http://schemas.microsoft.com/office/drawing/2014/main" id="{894ED74E-0855-43C5-932B-565CB7C6450D}"/>
              </a:ext>
            </a:extLst>
          </p:cNvPr>
          <p:cNvSpPr>
            <a:spLocks noGrp="1"/>
          </p:cNvSpPr>
          <p:nvPr/>
        </p:nvSpPr>
        <p:spPr>
          <a:xfrm>
            <a:off x="9572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a:ext uri="{FF2B5EF4-FFF2-40B4-BE49-F238E27FC236}">
                <a16:creationId xmlns:a16="http://schemas.microsoft.com/office/drawing/2014/main" id="{E07F87FB-4967-49CB-B94A-BAB21B47469C}"/>
              </a:ext>
            </a:extLst>
          </p:cNvPr>
          <p:cNvSpPr>
            <a:spLocks noGrp="1"/>
          </p:cNvSpPr>
          <p:nvPr/>
        </p:nvSpPr>
        <p:spPr>
          <a:xfrm>
            <a:off x="5308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a:ext uri="{FF2B5EF4-FFF2-40B4-BE49-F238E27FC236}">
                <a16:creationId xmlns:a16="http://schemas.microsoft.com/office/drawing/2014/main" id="{C845B0A9-1EBA-4AEF-A447-6554E0DC703C}"/>
              </a:ext>
            </a:extLst>
          </p:cNvPr>
          <p:cNvSpPr>
            <a:spLocks noGrp="1"/>
          </p:cNvSpPr>
          <p:nvPr/>
        </p:nvSpPr>
        <p:spPr>
          <a:xfrm>
            <a:off x="13836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a:ext uri="{FF2B5EF4-FFF2-40B4-BE49-F238E27FC236}">
                <a16:creationId xmlns:a16="http://schemas.microsoft.com/office/drawing/2014/main" id="{163E74F4-C97B-4DEB-AB21-694386DCF696}"/>
              </a:ext>
            </a:extLst>
          </p:cNvPr>
          <p:cNvSpPr>
            <a:spLocks noGrp="1"/>
          </p:cNvSpPr>
          <p:nvPr/>
        </p:nvSpPr>
        <p:spPr>
          <a:xfrm>
            <a:off x="18100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a:ext uri="{FF2B5EF4-FFF2-40B4-BE49-F238E27FC236}">
                <a16:creationId xmlns:a16="http://schemas.microsoft.com/office/drawing/2014/main" id="{981752B2-BA7C-4625-B3BD-C21A8A17C794}"/>
              </a:ext>
            </a:extLst>
          </p:cNvPr>
          <p:cNvSpPr>
            <a:spLocks noGrp="1"/>
          </p:cNvSpPr>
          <p:nvPr/>
        </p:nvSpPr>
        <p:spPr>
          <a:xfrm>
            <a:off x="104433"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a:ext uri="{FF2B5EF4-FFF2-40B4-BE49-F238E27FC236}">
                <a16:creationId xmlns:a16="http://schemas.microsoft.com/office/drawing/2014/main" id="{4B4202E3-481A-4E89-91C4-A67D664BEEC1}"/>
              </a:ext>
            </a:extLst>
          </p:cNvPr>
          <p:cNvSpPr>
            <a:spLocks noGrp="1"/>
          </p:cNvSpPr>
          <p:nvPr/>
        </p:nvSpPr>
        <p:spPr>
          <a:xfrm>
            <a:off x="9572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a:ext uri="{FF2B5EF4-FFF2-40B4-BE49-F238E27FC236}">
                <a16:creationId xmlns:a16="http://schemas.microsoft.com/office/drawing/2014/main" id="{F7E302B0-AEA3-4392-8C92-8B5FC3DDDD96}"/>
              </a:ext>
            </a:extLst>
          </p:cNvPr>
          <p:cNvSpPr>
            <a:spLocks noGrp="1"/>
          </p:cNvSpPr>
          <p:nvPr/>
        </p:nvSpPr>
        <p:spPr>
          <a:xfrm>
            <a:off x="5308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a:ext uri="{FF2B5EF4-FFF2-40B4-BE49-F238E27FC236}">
                <a16:creationId xmlns:a16="http://schemas.microsoft.com/office/drawing/2014/main" id="{A8E1725A-20BE-4B0A-A477-341A0AF44666}"/>
              </a:ext>
            </a:extLst>
          </p:cNvPr>
          <p:cNvSpPr>
            <a:spLocks noGrp="1"/>
          </p:cNvSpPr>
          <p:nvPr/>
        </p:nvSpPr>
        <p:spPr>
          <a:xfrm>
            <a:off x="1383632" y="6509182"/>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a:ext uri="{FF2B5EF4-FFF2-40B4-BE49-F238E27FC236}">
                <a16:creationId xmlns:a16="http://schemas.microsoft.com/office/drawing/2014/main" id="{18BE0286-73B7-4FB5-BBC5-7D83BA983331}"/>
              </a:ext>
            </a:extLst>
          </p:cNvPr>
          <p:cNvSpPr>
            <a:spLocks noGrp="1"/>
          </p:cNvSpPr>
          <p:nvPr/>
        </p:nvSpPr>
        <p:spPr>
          <a:xfrm>
            <a:off x="18100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a:ext uri="{FF2B5EF4-FFF2-40B4-BE49-F238E27FC236}">
                <a16:creationId xmlns:a16="http://schemas.microsoft.com/office/drawing/2014/main" id="{B75F36B9-DE97-47B1-B92E-F3DD298050BB}"/>
              </a:ext>
            </a:extLst>
          </p:cNvPr>
          <p:cNvSpPr>
            <a:spLocks noGrp="1"/>
          </p:cNvSpPr>
          <p:nvPr/>
        </p:nvSpPr>
        <p:spPr>
          <a:xfrm>
            <a:off x="83050" y="6264018"/>
            <a:ext cx="601603" cy="212268"/>
          </a:xfrm>
          <a:prstGeom prst="rect">
            <a:avLst/>
          </a:prstGeom>
          <a:ln w="3175"/>
        </p:spPr>
        <p:txBody>
          <a:bodyPr lIns="38100" tIns="38100" rIns="38100" bIns="38100" anchor="ctr"/>
          <a:lstStyle>
            <a:lvl1pPr algn="l">
              <a:buNone/>
              <a:defRPr sz="1400" b="0" spc="70">
                <a:solidFill>
                  <a:srgbClr val="FFFFFF"/>
                </a:solidFill>
                <a:latin typeface="Futura"/>
                <a:ea typeface="Futura"/>
                <a:cs typeface="Futura"/>
              </a:defRPr>
            </a:lvl1pPr>
          </a:lstStyle>
          <a:p>
            <a:r>
              <a:rPr sz="1000">
                <a:latin typeface="Arial"/>
                <a:ea typeface="Arial"/>
                <a:cs typeface="Arial"/>
              </a:rPr>
              <a:t>Denken</a:t>
            </a:r>
          </a:p>
        </p:txBody>
      </p:sp>
      <p:sp>
        <p:nvSpPr>
          <p:cNvPr id="89" name="Rechteck">
            <a:extLst>
              <a:ext uri="{FF2B5EF4-FFF2-40B4-BE49-F238E27FC236}">
                <a16:creationId xmlns:a16="http://schemas.microsoft.com/office/drawing/2014/main" id="{A3C9F528-BB90-46BE-80DC-52099D74C9A6}"/>
              </a:ext>
            </a:extLst>
          </p:cNvPr>
          <p:cNvSpPr>
            <a:spLocks noGrp="1"/>
          </p:cNvSpPr>
          <p:nvPr/>
        </p:nvSpPr>
        <p:spPr>
          <a:xfrm>
            <a:off x="104432"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a:ext uri="{FF2B5EF4-FFF2-40B4-BE49-F238E27FC236}">
                <a16:creationId xmlns:a16="http://schemas.microsoft.com/office/drawing/2014/main" id="{97DF5059-236D-45CA-920E-3ACB08422480}"/>
              </a:ext>
            </a:extLst>
          </p:cNvPr>
          <p:cNvSpPr>
            <a:spLocks noGrp="1"/>
          </p:cNvSpPr>
          <p:nvPr/>
        </p:nvSpPr>
        <p:spPr>
          <a:xfrm>
            <a:off x="943716" y="6128603"/>
            <a:ext cx="38377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a:ext uri="{FF2B5EF4-FFF2-40B4-BE49-F238E27FC236}">
                <a16:creationId xmlns:a16="http://schemas.microsoft.com/office/drawing/2014/main" id="{A3204F46-9E27-4B78-B33E-F2E82A35F0E2}"/>
              </a:ext>
            </a:extLst>
          </p:cNvPr>
          <p:cNvSpPr>
            <a:spLocks noGrp="1"/>
          </p:cNvSpPr>
          <p:nvPr/>
        </p:nvSpPr>
        <p:spPr>
          <a:xfrm>
            <a:off x="524074"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a:ext uri="{FF2B5EF4-FFF2-40B4-BE49-F238E27FC236}">
                <a16:creationId xmlns:a16="http://schemas.microsoft.com/office/drawing/2014/main" id="{E3B81E32-966D-4D2B-9C5A-BDA5A15900F0}"/>
              </a:ext>
            </a:extLst>
          </p:cNvPr>
          <p:cNvSpPr>
            <a:spLocks noGrp="1"/>
          </p:cNvSpPr>
          <p:nvPr/>
        </p:nvSpPr>
        <p:spPr>
          <a:xfrm>
            <a:off x="1363359" y="6128603"/>
            <a:ext cx="383779"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a:ext uri="{FF2B5EF4-FFF2-40B4-BE49-F238E27FC236}">
                <a16:creationId xmlns:a16="http://schemas.microsoft.com/office/drawing/2014/main" id="{935711A5-2D3F-4D34-BA88-720C70F80BDC}"/>
              </a:ext>
            </a:extLst>
          </p:cNvPr>
          <p:cNvSpPr>
            <a:spLocks noGrp="1"/>
          </p:cNvSpPr>
          <p:nvPr/>
        </p:nvSpPr>
        <p:spPr>
          <a:xfrm>
            <a:off x="1783001"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a:ext uri="{FF2B5EF4-FFF2-40B4-BE49-F238E27FC236}">
                <a16:creationId xmlns:a16="http://schemas.microsoft.com/office/drawing/2014/main" id="{E7AF644E-B7C8-48BA-9BC0-F16ED3FCD9BD}"/>
              </a:ext>
            </a:extLst>
          </p:cNvPr>
          <p:cNvSpPr>
            <a:spLocks noGrp="1"/>
          </p:cNvSpPr>
          <p:nvPr/>
        </p:nvSpPr>
        <p:spPr>
          <a:xfrm>
            <a:off x="104433"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a:ext uri="{FF2B5EF4-FFF2-40B4-BE49-F238E27FC236}">
                <a16:creationId xmlns:a16="http://schemas.microsoft.com/office/drawing/2014/main" id="{62CE3595-C01C-4834-B9EF-A74F8C8D0AAA}"/>
              </a:ext>
            </a:extLst>
          </p:cNvPr>
          <p:cNvSpPr>
            <a:spLocks noGrp="1"/>
          </p:cNvSpPr>
          <p:nvPr/>
        </p:nvSpPr>
        <p:spPr>
          <a:xfrm>
            <a:off x="9572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a:ext uri="{FF2B5EF4-FFF2-40B4-BE49-F238E27FC236}">
                <a16:creationId xmlns:a16="http://schemas.microsoft.com/office/drawing/2014/main" id="{EBA9E952-394A-464C-AED1-2BAAE4332FA5}"/>
              </a:ext>
            </a:extLst>
          </p:cNvPr>
          <p:cNvSpPr>
            <a:spLocks noGrp="1"/>
          </p:cNvSpPr>
          <p:nvPr/>
        </p:nvSpPr>
        <p:spPr>
          <a:xfrm>
            <a:off x="530832" y="57643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a:ext uri="{FF2B5EF4-FFF2-40B4-BE49-F238E27FC236}">
                <a16:creationId xmlns:a16="http://schemas.microsoft.com/office/drawing/2014/main" id="{31BB97C8-DDB2-42E3-AA46-85C7FE8E76C7}"/>
              </a:ext>
            </a:extLst>
          </p:cNvPr>
          <p:cNvSpPr>
            <a:spLocks noGrp="1"/>
          </p:cNvSpPr>
          <p:nvPr/>
        </p:nvSpPr>
        <p:spPr>
          <a:xfrm>
            <a:off x="13836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a:ext uri="{FF2B5EF4-FFF2-40B4-BE49-F238E27FC236}">
                <a16:creationId xmlns:a16="http://schemas.microsoft.com/office/drawing/2014/main" id="{66614AE4-75B5-4E0E-9950-5155BD83585C}"/>
              </a:ext>
            </a:extLst>
          </p:cNvPr>
          <p:cNvSpPr>
            <a:spLocks noGrp="1"/>
          </p:cNvSpPr>
          <p:nvPr/>
        </p:nvSpPr>
        <p:spPr>
          <a:xfrm>
            <a:off x="18100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a:ext uri="{FF2B5EF4-FFF2-40B4-BE49-F238E27FC236}">
                <a16:creationId xmlns:a16="http://schemas.microsoft.com/office/drawing/2014/main" id="{93507A3D-06A4-4B77-9637-72FD4F3E3537}"/>
              </a:ext>
            </a:extLst>
          </p:cNvPr>
          <p:cNvSpPr>
            <a:spLocks noGrp="1"/>
          </p:cNvSpPr>
          <p:nvPr/>
        </p:nvSpPr>
        <p:spPr>
          <a:xfrm>
            <a:off x="137507"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a:ext uri="{FF2B5EF4-FFF2-40B4-BE49-F238E27FC236}">
                <a16:creationId xmlns:a16="http://schemas.microsoft.com/office/drawing/2014/main" id="{D4076C11-A33F-4679-B084-F0A7D36FD31E}"/>
              </a:ext>
            </a:extLst>
          </p:cNvPr>
          <p:cNvSpPr>
            <a:spLocks noGrp="1"/>
          </p:cNvSpPr>
          <p:nvPr/>
        </p:nvSpPr>
        <p:spPr>
          <a:xfrm>
            <a:off x="990305"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a:ext uri="{FF2B5EF4-FFF2-40B4-BE49-F238E27FC236}">
                <a16:creationId xmlns:a16="http://schemas.microsoft.com/office/drawing/2014/main" id="{ED584246-6A7F-4E47-861C-A0935E8FDAE0}"/>
              </a:ext>
            </a:extLst>
          </p:cNvPr>
          <p:cNvSpPr>
            <a:spLocks noGrp="1"/>
          </p:cNvSpPr>
          <p:nvPr/>
        </p:nvSpPr>
        <p:spPr>
          <a:xfrm>
            <a:off x="5639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a:ext uri="{FF2B5EF4-FFF2-40B4-BE49-F238E27FC236}">
                <a16:creationId xmlns:a16="http://schemas.microsoft.com/office/drawing/2014/main" id="{C8E00D01-A25E-4123-B26F-465076D35C01}"/>
              </a:ext>
            </a:extLst>
          </p:cNvPr>
          <p:cNvSpPr>
            <a:spLocks noGrp="1"/>
          </p:cNvSpPr>
          <p:nvPr/>
        </p:nvSpPr>
        <p:spPr>
          <a:xfrm>
            <a:off x="1416706"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a:ext uri="{FF2B5EF4-FFF2-40B4-BE49-F238E27FC236}">
                <a16:creationId xmlns:a16="http://schemas.microsoft.com/office/drawing/2014/main" id="{EEDE575F-961E-46D4-A388-3C0627E5FE3E}"/>
              </a:ext>
            </a:extLst>
          </p:cNvPr>
          <p:cNvSpPr>
            <a:spLocks noGrp="1"/>
          </p:cNvSpPr>
          <p:nvPr/>
        </p:nvSpPr>
        <p:spPr>
          <a:xfrm>
            <a:off x="1843105"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a:ext uri="{FF2B5EF4-FFF2-40B4-BE49-F238E27FC236}">
                <a16:creationId xmlns:a16="http://schemas.microsoft.com/office/drawing/2014/main" id="{DFA6F396-E9EA-4F96-A4C7-C346F6D5B455}"/>
              </a:ext>
            </a:extLst>
          </p:cNvPr>
          <p:cNvSpPr>
            <a:spLocks noGrp="1"/>
          </p:cNvSpPr>
          <p:nvPr/>
        </p:nvSpPr>
        <p:spPr>
          <a:xfrm>
            <a:off x="137507"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a:ext uri="{FF2B5EF4-FFF2-40B4-BE49-F238E27FC236}">
                <a16:creationId xmlns:a16="http://schemas.microsoft.com/office/drawing/2014/main" id="{3BC10C83-EACE-4C25-B121-AD97099C3738}"/>
              </a:ext>
            </a:extLst>
          </p:cNvPr>
          <p:cNvSpPr>
            <a:spLocks noGrp="1"/>
          </p:cNvSpPr>
          <p:nvPr/>
        </p:nvSpPr>
        <p:spPr>
          <a:xfrm>
            <a:off x="990305"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a:ext uri="{FF2B5EF4-FFF2-40B4-BE49-F238E27FC236}">
                <a16:creationId xmlns:a16="http://schemas.microsoft.com/office/drawing/2014/main" id="{B2D4D5E2-C33A-4F28-8A32-64EE292584B7}"/>
              </a:ext>
            </a:extLst>
          </p:cNvPr>
          <p:cNvSpPr>
            <a:spLocks noGrp="1"/>
          </p:cNvSpPr>
          <p:nvPr/>
        </p:nvSpPr>
        <p:spPr>
          <a:xfrm>
            <a:off x="5639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a:ext uri="{FF2B5EF4-FFF2-40B4-BE49-F238E27FC236}">
                <a16:creationId xmlns:a16="http://schemas.microsoft.com/office/drawing/2014/main" id="{AC58726F-89BA-4722-B4A8-B21637F6AFEC}"/>
              </a:ext>
            </a:extLst>
          </p:cNvPr>
          <p:cNvSpPr>
            <a:spLocks noGrp="1"/>
          </p:cNvSpPr>
          <p:nvPr/>
        </p:nvSpPr>
        <p:spPr>
          <a:xfrm>
            <a:off x="1416706"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a:ext uri="{FF2B5EF4-FFF2-40B4-BE49-F238E27FC236}">
                <a16:creationId xmlns:a16="http://schemas.microsoft.com/office/drawing/2014/main" id="{4D4E692F-772A-48C3-B7F5-DFA9C52DB3D8}"/>
              </a:ext>
            </a:extLst>
          </p:cNvPr>
          <p:cNvSpPr>
            <a:spLocks noGrp="1"/>
          </p:cNvSpPr>
          <p:nvPr/>
        </p:nvSpPr>
        <p:spPr>
          <a:xfrm>
            <a:off x="1843105"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a:ext uri="{FF2B5EF4-FFF2-40B4-BE49-F238E27FC236}">
                <a16:creationId xmlns:a16="http://schemas.microsoft.com/office/drawing/2014/main" id="{00375B53-89A5-4B13-9B85-92BF41485641}"/>
              </a:ext>
            </a:extLst>
          </p:cNvPr>
          <p:cNvSpPr>
            <a:spLocks noGrp="1"/>
          </p:cNvSpPr>
          <p:nvPr/>
        </p:nvSpPr>
        <p:spPr>
          <a:xfrm>
            <a:off x="137507"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a:ext uri="{FF2B5EF4-FFF2-40B4-BE49-F238E27FC236}">
                <a16:creationId xmlns:a16="http://schemas.microsoft.com/office/drawing/2014/main" id="{813A41FF-9DF7-4115-B365-72A290DA0639}"/>
              </a:ext>
            </a:extLst>
          </p:cNvPr>
          <p:cNvSpPr>
            <a:spLocks noGrp="1"/>
          </p:cNvSpPr>
          <p:nvPr/>
        </p:nvSpPr>
        <p:spPr>
          <a:xfrm>
            <a:off x="990305"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a:ext uri="{FF2B5EF4-FFF2-40B4-BE49-F238E27FC236}">
                <a16:creationId xmlns:a16="http://schemas.microsoft.com/office/drawing/2014/main" id="{8575CC6F-4346-48F6-8E8F-7BA7CF11E1E0}"/>
              </a:ext>
            </a:extLst>
          </p:cNvPr>
          <p:cNvSpPr>
            <a:spLocks noGrp="1"/>
          </p:cNvSpPr>
          <p:nvPr/>
        </p:nvSpPr>
        <p:spPr>
          <a:xfrm>
            <a:off x="563906"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a:ext uri="{FF2B5EF4-FFF2-40B4-BE49-F238E27FC236}">
                <a16:creationId xmlns:a16="http://schemas.microsoft.com/office/drawing/2014/main" id="{1AF2C3AB-9733-44F9-9C20-A508BCB317BD}"/>
              </a:ext>
            </a:extLst>
          </p:cNvPr>
          <p:cNvSpPr>
            <a:spLocks noGrp="1"/>
          </p:cNvSpPr>
          <p:nvPr/>
        </p:nvSpPr>
        <p:spPr>
          <a:xfrm>
            <a:off x="1416706"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a:ext uri="{FF2B5EF4-FFF2-40B4-BE49-F238E27FC236}">
                <a16:creationId xmlns:a16="http://schemas.microsoft.com/office/drawing/2014/main" id="{14C5C638-E585-4A67-A7CC-F20C33B33C6F}"/>
              </a:ext>
            </a:extLst>
          </p:cNvPr>
          <p:cNvSpPr>
            <a:spLocks noGrp="1"/>
          </p:cNvSpPr>
          <p:nvPr/>
        </p:nvSpPr>
        <p:spPr>
          <a:xfrm>
            <a:off x="1843105"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a:ext uri="{FF2B5EF4-FFF2-40B4-BE49-F238E27FC236}">
                <a16:creationId xmlns:a16="http://schemas.microsoft.com/office/drawing/2014/main" id="{F1333136-F1A8-4260-92BE-552F2B7CB04F}"/>
              </a:ext>
            </a:extLst>
          </p:cNvPr>
          <p:cNvSpPr>
            <a:spLocks noGrp="1"/>
          </p:cNvSpPr>
          <p:nvPr/>
        </p:nvSpPr>
        <p:spPr>
          <a:xfrm>
            <a:off x="134284" y="4785593"/>
            <a:ext cx="1357206" cy="230832"/>
          </a:xfrm>
          <a:prstGeom prst="rect">
            <a:avLst/>
          </a:prstGeom>
          <a:ln w="3175"/>
        </p:spPr>
        <p:txBody>
          <a:bodyPr wrap="square" lIns="38100" tIns="38100" rIns="38100" bIns="38100" anchor="ctr">
            <a:spAutoFit/>
          </a:bodyPr>
          <a:lstStyle>
            <a:lvl1pPr algn="l">
              <a:buNone/>
              <a:defRPr sz="2000" b="0" spc="100">
                <a:solidFill>
                  <a:srgbClr val="FFFFFF"/>
                </a:solidFill>
                <a:latin typeface="Futura"/>
                <a:ea typeface="Futura"/>
                <a:cs typeface="Futura"/>
              </a:defRPr>
            </a:lvl1pPr>
          </a:lstStyle>
          <a:p>
            <a:r>
              <a:rPr sz="1000">
                <a:latin typeface="Arial"/>
                <a:ea typeface="Arial"/>
                <a:cs typeface="Arial"/>
              </a:rPr>
              <a:t>Social Network</a:t>
            </a:r>
          </a:p>
        </p:txBody>
      </p:sp>
      <p:sp>
        <p:nvSpPr>
          <p:cNvPr id="120" name="Rechteck">
            <a:extLst>
              <a:ext uri="{FF2B5EF4-FFF2-40B4-BE49-F238E27FC236}">
                <a16:creationId xmlns:a16="http://schemas.microsoft.com/office/drawing/2014/main" id="{82877763-BFF5-457A-A6AF-6232ABA92FB1}"/>
              </a:ext>
            </a:extLst>
          </p:cNvPr>
          <p:cNvSpPr>
            <a:spLocks noGrp="1"/>
          </p:cNvSpPr>
          <p:nvPr/>
        </p:nvSpPr>
        <p:spPr>
          <a:xfrm>
            <a:off x="137507"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a:ext uri="{FF2B5EF4-FFF2-40B4-BE49-F238E27FC236}">
                <a16:creationId xmlns:a16="http://schemas.microsoft.com/office/drawing/2014/main" id="{8A2CD27C-2697-411B-8B68-CA001240C03D}"/>
              </a:ext>
            </a:extLst>
          </p:cNvPr>
          <p:cNvSpPr>
            <a:spLocks noGrp="1"/>
          </p:cNvSpPr>
          <p:nvPr/>
        </p:nvSpPr>
        <p:spPr>
          <a:xfrm>
            <a:off x="9903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a:ext uri="{FF2B5EF4-FFF2-40B4-BE49-F238E27FC236}">
                <a16:creationId xmlns:a16="http://schemas.microsoft.com/office/drawing/2014/main" id="{993DFD79-B749-439C-AB0E-7D54E7EA0F1D}"/>
              </a:ext>
            </a:extLst>
          </p:cNvPr>
          <p:cNvSpPr>
            <a:spLocks noGrp="1"/>
          </p:cNvSpPr>
          <p:nvPr/>
        </p:nvSpPr>
        <p:spPr>
          <a:xfrm>
            <a:off x="563906"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a:ext uri="{FF2B5EF4-FFF2-40B4-BE49-F238E27FC236}">
                <a16:creationId xmlns:a16="http://schemas.microsoft.com/office/drawing/2014/main" id="{8AEFA1C4-374D-414C-835E-795152424B48}"/>
              </a:ext>
            </a:extLst>
          </p:cNvPr>
          <p:cNvSpPr>
            <a:spLocks noGrp="1"/>
          </p:cNvSpPr>
          <p:nvPr/>
        </p:nvSpPr>
        <p:spPr>
          <a:xfrm>
            <a:off x="1416706"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a:ext uri="{FF2B5EF4-FFF2-40B4-BE49-F238E27FC236}">
                <a16:creationId xmlns:a16="http://schemas.microsoft.com/office/drawing/2014/main" id="{F213A40E-63A3-4EFA-9928-B064883278CA}"/>
              </a:ext>
            </a:extLst>
          </p:cNvPr>
          <p:cNvSpPr>
            <a:spLocks noGrp="1"/>
          </p:cNvSpPr>
          <p:nvPr/>
        </p:nvSpPr>
        <p:spPr>
          <a:xfrm>
            <a:off x="18431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a:ext uri="{FF2B5EF4-FFF2-40B4-BE49-F238E27FC236}">
                <a16:creationId xmlns:a16="http://schemas.microsoft.com/office/drawing/2014/main" id="{FB0FBFAF-C580-4C89-ACB6-131CCB98D2F8}"/>
              </a:ext>
            </a:extLst>
          </p:cNvPr>
          <p:cNvSpPr>
            <a:spLocks noGrp="1"/>
          </p:cNvSpPr>
          <p:nvPr/>
        </p:nvSpPr>
        <p:spPr>
          <a:xfrm>
            <a:off x="-19028" y="1474705"/>
            <a:ext cx="2526008" cy="812514"/>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126" name="Alter">
            <a:extLst>
              <a:ext uri="{FF2B5EF4-FFF2-40B4-BE49-F238E27FC236}">
                <a16:creationId xmlns:a16="http://schemas.microsoft.com/office/drawing/2014/main" id="{82D282F1-200E-47BC-AE96-45EF9528BF33}"/>
              </a:ext>
            </a:extLst>
          </p:cNvPr>
          <p:cNvSpPr>
            <a:spLocks noGrp="1"/>
          </p:cNvSpPr>
          <p:nvPr/>
        </p:nvSpPr>
        <p:spPr>
          <a:xfrm>
            <a:off x="55659" y="1404614"/>
            <a:ext cx="901180" cy="384721"/>
          </a:xfrm>
          <a:prstGeom prst="rect">
            <a:avLst/>
          </a:prstGeom>
          <a:ln w="3175"/>
        </p:spPr>
        <p:txBody>
          <a:bodyPr wrap="square" lIns="38100" tIns="38100" rIns="38100" bIns="38100" anchor="ctr">
            <a:spAutoFit/>
          </a:bodyPr>
          <a:lstStyle>
            <a:lvl1pPr algn="l">
              <a:buNone/>
              <a:defRPr sz="1500" b="0" spc="75">
                <a:solidFill>
                  <a:srgbClr val="FFFFFF"/>
                </a:solidFill>
                <a:latin typeface="Futura"/>
                <a:ea typeface="Futura"/>
                <a:cs typeface="Futura"/>
              </a:defRPr>
            </a:lvl1pPr>
          </a:lstStyle>
          <a:p>
            <a:r>
              <a:rPr sz="2000">
                <a:latin typeface="Arial"/>
                <a:ea typeface="Arial"/>
                <a:cs typeface="Arial"/>
              </a:rPr>
              <a:t>Sarina</a:t>
            </a:r>
          </a:p>
        </p:txBody>
      </p:sp>
      <p:sp>
        <p:nvSpPr>
          <p:cNvPr id="127" name="Alter">
            <a:extLst>
              <a:ext uri="{FF2B5EF4-FFF2-40B4-BE49-F238E27FC236}">
                <a16:creationId xmlns:a16="http://schemas.microsoft.com/office/drawing/2014/main" id="{11BB9D78-05FB-4E72-84FD-82AEFE511AA8}"/>
              </a:ext>
            </a:extLst>
          </p:cNvPr>
          <p:cNvSpPr>
            <a:spLocks noGrp="1"/>
          </p:cNvSpPr>
          <p:nvPr/>
        </p:nvSpPr>
        <p:spPr>
          <a:xfrm>
            <a:off x="89889" y="1759313"/>
            <a:ext cx="827150"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Rentnerin</a:t>
            </a:r>
          </a:p>
        </p:txBody>
      </p:sp>
      <p:sp>
        <p:nvSpPr>
          <p:cNvPr id="128" name="Alter">
            <a:extLst>
              <a:ext uri="{FF2B5EF4-FFF2-40B4-BE49-F238E27FC236}">
                <a16:creationId xmlns:a16="http://schemas.microsoft.com/office/drawing/2014/main" id="{64604045-0650-4147-8288-58A2687C8947}"/>
              </a:ext>
            </a:extLst>
          </p:cNvPr>
          <p:cNvSpPr>
            <a:spLocks noGrp="1"/>
          </p:cNvSpPr>
          <p:nvPr/>
        </p:nvSpPr>
        <p:spPr>
          <a:xfrm>
            <a:off x="96249" y="2025609"/>
            <a:ext cx="1181862"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Coiffeuse EFZ</a:t>
            </a:r>
          </a:p>
        </p:txBody>
      </p:sp>
      <p:sp>
        <p:nvSpPr>
          <p:cNvPr id="129" name="Rechteck">
            <a:extLst>
              <a:ext uri="{FF2B5EF4-FFF2-40B4-BE49-F238E27FC236}">
                <a16:creationId xmlns:a16="http://schemas.microsoft.com/office/drawing/2014/main" id="{3F0810EF-5BC7-4BD1-8421-E11BF336FF35}"/>
              </a:ext>
            </a:extLst>
          </p:cNvPr>
          <p:cNvSpPr>
            <a:spLocks noGrp="1"/>
          </p:cNvSpPr>
          <p:nvPr/>
        </p:nvSpPr>
        <p:spPr>
          <a:xfrm>
            <a:off x="2565799" y="737110"/>
            <a:ext cx="4292201" cy="633325"/>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42" name="Alter">
            <a:extLst>
              <a:ext uri="{FF2B5EF4-FFF2-40B4-BE49-F238E27FC236}">
                <a16:creationId xmlns:a16="http://schemas.microsoft.com/office/drawing/2014/main" id="{E9D5841D-B961-4677-ADD2-ED747BCE5EF2}"/>
              </a:ext>
            </a:extLst>
          </p:cNvPr>
          <p:cNvSpPr>
            <a:spLocks noGrp="1"/>
          </p:cNvSpPr>
          <p:nvPr/>
        </p:nvSpPr>
        <p:spPr>
          <a:xfrm>
            <a:off x="2706928" y="955069"/>
            <a:ext cx="735779"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Alter: 76</a:t>
            </a:r>
            <a:endParaRPr sz="1200">
              <a:latin typeface="Arial"/>
              <a:ea typeface="Arial"/>
              <a:cs typeface="Arial"/>
            </a:endParaRPr>
          </a:p>
        </p:txBody>
      </p:sp>
      <p:sp>
        <p:nvSpPr>
          <p:cNvPr id="43" name="Wohnort">
            <a:extLst>
              <a:ext uri="{FF2B5EF4-FFF2-40B4-BE49-F238E27FC236}">
                <a16:creationId xmlns:a16="http://schemas.microsoft.com/office/drawing/2014/main" id="{B4B6DA3A-CE7A-4C1A-82F7-A06F4FEF286E}"/>
              </a:ext>
            </a:extLst>
          </p:cNvPr>
          <p:cNvSpPr>
            <a:spLocks noGrp="1"/>
          </p:cNvSpPr>
          <p:nvPr/>
        </p:nvSpPr>
        <p:spPr>
          <a:xfrm>
            <a:off x="3350000" y="955069"/>
            <a:ext cx="1526508"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Wohnort: Windisch</a:t>
            </a:r>
            <a:endParaRPr sz="1200">
              <a:latin typeface="Arial"/>
              <a:ea typeface="Arial"/>
              <a:cs typeface="Arial"/>
            </a:endParaRPr>
          </a:p>
        </p:txBody>
      </p:sp>
      <p:sp>
        <p:nvSpPr>
          <p:cNvPr id="44" name="Familienstatus">
            <a:extLst>
              <a:ext uri="{FF2B5EF4-FFF2-40B4-BE49-F238E27FC236}">
                <a16:creationId xmlns:a16="http://schemas.microsoft.com/office/drawing/2014/main" id="{0EAEA570-8D74-43FC-8C79-3B6AD5E1ABED}"/>
              </a:ext>
            </a:extLst>
          </p:cNvPr>
          <p:cNvSpPr>
            <a:spLocks noGrp="1"/>
          </p:cNvSpPr>
          <p:nvPr/>
        </p:nvSpPr>
        <p:spPr>
          <a:xfrm>
            <a:off x="4900000" y="955069"/>
            <a:ext cx="178895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Familienstatus: Single</a:t>
            </a:r>
            <a:endParaRPr sz="1200">
              <a:latin typeface="Arial"/>
              <a:ea typeface="Arial"/>
              <a:cs typeface="Arial"/>
            </a:endParaRPr>
          </a:p>
        </p:txBody>
      </p:sp>
      <p:sp>
        <p:nvSpPr>
          <p:cNvPr id="130" name="Alter">
            <a:extLst>
              <a:ext uri="{FF2B5EF4-FFF2-40B4-BE49-F238E27FC236}">
                <a16:creationId xmlns:a16="http://schemas.microsoft.com/office/drawing/2014/main" id="{F5FC5F0C-C18F-4BAA-A0B3-F18DFEB8F87B}"/>
              </a:ext>
            </a:extLst>
          </p:cNvPr>
          <p:cNvSpPr>
            <a:spLocks noGrp="1"/>
          </p:cNvSpPr>
          <p:nvPr/>
        </p:nvSpPr>
        <p:spPr>
          <a:xfrm>
            <a:off x="1002651" y="1128820"/>
            <a:ext cx="370294"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Bild</a:t>
            </a:r>
          </a:p>
        </p:txBody>
      </p:sp>
      <p:sp>
        <p:nvSpPr>
          <p:cNvPr id="133" name="Digitale Fähigkeiten">
            <a:extLst>
              <a:ext uri="{FF2B5EF4-FFF2-40B4-BE49-F238E27FC236}">
                <a16:creationId xmlns:a16="http://schemas.microsoft.com/office/drawing/2014/main" id="{95639156-22EA-4C71-9604-82EE6697CA59}"/>
              </a:ext>
            </a:extLst>
          </p:cNvPr>
          <p:cNvSpPr>
            <a:spLocks noGrp="1"/>
          </p:cNvSpPr>
          <p:nvPr/>
        </p:nvSpPr>
        <p:spPr>
          <a:xfrm>
            <a:off x="106044" y="3408655"/>
            <a:ext cx="19059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Digitale Fähigkeiten</a:t>
            </a:r>
          </a:p>
        </p:txBody>
      </p:sp>
      <p:sp>
        <p:nvSpPr>
          <p:cNvPr id="137" name="Digitale Fähigkeiten">
            <a:extLst>
              <a:ext uri="{FF2B5EF4-FFF2-40B4-BE49-F238E27FC236}">
                <a16:creationId xmlns:a16="http://schemas.microsoft.com/office/drawing/2014/main" id="{CC16A71D-C474-48D6-B981-443BBB56BFFC}"/>
              </a:ext>
            </a:extLst>
          </p:cNvPr>
          <p:cNvSpPr>
            <a:spLocks noGrp="1"/>
          </p:cNvSpPr>
          <p:nvPr/>
        </p:nvSpPr>
        <p:spPr>
          <a:xfrm>
            <a:off x="79877" y="5241816"/>
            <a:ext cx="13721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Persönlichkeit</a:t>
            </a:r>
          </a:p>
        </p:txBody>
      </p:sp>
      <p:sp>
        <p:nvSpPr>
          <p:cNvPr id="142" name="„Kurzbeschreibung in Form eines Zitats. Wie würde sich unsere Persona selbst beschreiben?“">
            <a:extLst>
              <a:ext uri="{FF2B5EF4-FFF2-40B4-BE49-F238E27FC236}">
                <a16:creationId xmlns:a16="http://schemas.microsoft.com/office/drawing/2014/main" id="{BBBCFEF8-EC0F-4D66-8148-8817A5F7ECFA}"/>
              </a:ext>
            </a:extLst>
          </p:cNvPr>
          <p:cNvSpPr>
            <a:spLocks noGrp="1"/>
          </p:cNvSpPr>
          <p:nvPr/>
        </p:nvSpPr>
        <p:spPr>
          <a:xfrm>
            <a:off x="2756202" y="158675"/>
            <a:ext cx="3887052" cy="446276"/>
          </a:xfrm>
          <a:prstGeom prst="rect">
            <a:avLst/>
          </a:prstGeom>
          <a:ln w="3175"/>
        </p:spPr>
        <p:txBody>
          <a:bodyPr wrap="square" lIns="38100" tIns="38100" rIns="38100" bIns="38100" anchor="ctr">
            <a:spAutoFit/>
          </a:bodyPr>
          <a:lstStyle>
            <a:lvl1pPr>
              <a:buNone/>
              <a:defRPr b="0">
                <a:latin typeface="Avenir Book Oblique"/>
                <a:ea typeface="Avenir Book Oblique"/>
                <a:cs typeface="Avenir Book Oblique"/>
              </a:defRPr>
            </a:lvl1pPr>
          </a:lstStyle>
          <a:p>
            <a:r>
              <a:rPr sz="1200">
                <a:latin typeface="Arial"/>
                <a:ea typeface="Arial"/>
                <a:cs typeface="Arial"/>
              </a:rPr>
              <a:t>„Ich möchte ohne komplizierte Schritte mit Jetons losspielen.“</a:t>
            </a:r>
          </a:p>
        </p:txBody>
      </p:sp>
      <p:sp>
        <p:nvSpPr>
          <p:cNvPr id="146" name="Szenario/Bio">
            <a:extLst>
              <a:ext uri="{FF2B5EF4-FFF2-40B4-BE49-F238E27FC236}">
                <a16:creationId xmlns:a16="http://schemas.microsoft.com/office/drawing/2014/main" id="{2EA78725-E414-45A0-B0B0-77706EA3C96E}"/>
              </a:ext>
            </a:extLst>
          </p:cNvPr>
          <p:cNvSpPr>
            <a:spLocks noGrp="1"/>
          </p:cNvSpPr>
          <p:nvPr/>
        </p:nvSpPr>
        <p:spPr>
          <a:xfrm>
            <a:off x="2715106" y="1356198"/>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2A108906-8453-449A-9AC4-F3A016E1F1C2}"/>
              </a:ext>
            </a:extLst>
          </p:cNvPr>
          <p:cNvSpPr>
            <a:spLocks noGrp="1"/>
          </p:cNvSpPr>
          <p:nvPr/>
        </p:nvSpPr>
        <p:spPr>
          <a:xfrm>
            <a:off x="2723544" y="1552787"/>
            <a:ext cx="3896179" cy="1184940"/>
          </a:xfrm>
          <a:prstGeom prst="rect">
            <a:avLst/>
          </a:prstGeom>
          <a:ln w="3175"/>
        </p:spPr>
        <p:txBody>
          <a:bodyPr wrap="square" lIns="38100" tIns="38100" rIns="38100" bIns="38100" anchor="ctr">
            <a:spAutoFit/>
          </a:bodyPr>
          <a:lstStyle>
            <a:lvl1pPr algn="l">
              <a:buNone/>
              <a:defRPr sz="1600" b="0">
                <a:latin typeface="Avenir Book"/>
                <a:ea typeface="Avenir Book"/>
                <a:cs typeface="Avenir Book"/>
              </a:defRPr>
            </a:lvl1pPr>
          </a:lstStyle>
          <a:p>
            <a:r>
              <a:rPr sz="1200">
                <a:latin typeface="Arial"/>
                <a:ea typeface="Arial"/>
                <a:cs typeface="Arial"/>
              </a:rPr>
              <a:t>Sarina ist 76, pensionierte Coiffeuse und nutzt vor allem ihr Tablet. Sie spielt gelegentlich Karten und möchte ihr Spielbudget jederzeit im Blick behalten.</a:t>
            </a:r>
          </a:p>
        </p:txBody>
      </p:sp>
      <p:pic>
        <p:nvPicPr>
          <p:cNvPr id="294" name="Grafik 160"/>
          <p:cNvPicPr>
            <a:picLocks noChangeAspect="1"/>
          </p:cNvPicPr>
          <p:nvPr/>
        </p:nvPicPr>
        <p:blipFill>
          <a:blip r:embed="rId15"/>
          <a:stretch>
            <a:fillRect/>
          </a:stretch>
        </p:blipFill>
        <p:spPr>
          <a:xfrm>
            <a:off x="199459" y="7886105"/>
            <a:ext cx="361188" cy="361188"/>
          </a:xfrm>
          <a:prstGeom prst="rect">
            <a:avLst/>
          </a:prstGeom>
        </p:spPr>
      </p:pic>
      <p:pic>
        <p:nvPicPr>
          <p:cNvPr id="295" name="Grafik 168"/>
          <p:cNvPicPr>
            <a:picLocks noChangeAspect="1"/>
          </p:cNvPicPr>
          <p:nvPr/>
        </p:nvPicPr>
        <p:blipFill>
          <a:blip r:embed="rId16"/>
          <a:stretch>
            <a:fillRect/>
          </a:stretch>
        </p:blipFill>
        <p:spPr>
          <a:xfrm>
            <a:off x="598262" y="7876712"/>
            <a:ext cx="361188" cy="361188"/>
          </a:xfrm>
          <a:prstGeom prst="rect">
            <a:avLst/>
          </a:prstGeom>
        </p:spPr>
      </p:pic>
      <p:sp>
        <p:nvSpPr>
          <p:cNvPr id="170" name="Digitale Fähigkeiten">
            <a:extLst>
              <a:ext uri="{FF2B5EF4-FFF2-40B4-BE49-F238E27FC236}">
                <a16:creationId xmlns:a16="http://schemas.microsoft.com/office/drawing/2014/main" id="{821DEF16-F116-4C22-BE2F-DF356BBE6A40}"/>
              </a:ext>
            </a:extLst>
          </p:cNvPr>
          <p:cNvSpPr>
            <a:spLocks noGrp="1"/>
          </p:cNvSpPr>
          <p:nvPr/>
        </p:nvSpPr>
        <p:spPr>
          <a:xfrm>
            <a:off x="100171" y="2325718"/>
            <a:ext cx="1172757"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Technologie</a:t>
            </a:r>
          </a:p>
        </p:txBody>
      </p:sp>
      <p:pic>
        <p:nvPicPr>
          <p:cNvPr id="297" name="Grafik 175"/>
          <p:cNvPicPr>
            <a:picLocks noChangeAspect="1"/>
          </p:cNvPicPr>
          <p:nvPr/>
        </p:nvPicPr>
        <p:blipFill>
          <a:blip r:embed="rId17"/>
          <a:stretch>
            <a:fillRect/>
          </a:stretch>
        </p:blipFill>
        <p:spPr>
          <a:xfrm>
            <a:off x="162886" y="2982875"/>
            <a:ext cx="361188" cy="361188"/>
          </a:xfrm>
          <a:prstGeom prst="rect">
            <a:avLst/>
          </a:prstGeom>
        </p:spPr>
      </p:pic>
      <p:pic>
        <p:nvPicPr>
          <p:cNvPr id="298" name="Grafik 176"/>
          <p:cNvPicPr>
            <a:picLocks noChangeAspect="1"/>
          </p:cNvPicPr>
          <p:nvPr/>
        </p:nvPicPr>
        <p:blipFill>
          <a:blip r:embed="rId18"/>
          <a:stretch>
            <a:fillRect/>
          </a:stretch>
        </p:blipFill>
        <p:spPr>
          <a:xfrm>
            <a:off x="682382" y="2972196"/>
            <a:ext cx="361188" cy="361188"/>
          </a:xfrm>
          <a:prstGeom prst="rect">
            <a:avLst/>
          </a:prstGeom>
        </p:spPr>
      </p:pic>
      <p:sp>
        <p:nvSpPr>
          <p:cNvPr id="178" name="Digitale Fähigkeiten">
            <a:extLst>
              <a:ext uri="{FF2B5EF4-FFF2-40B4-BE49-F238E27FC236}">
                <a16:creationId xmlns:a16="http://schemas.microsoft.com/office/drawing/2014/main" id="{82A58D85-42C8-48A9-A00B-31BE53B3F5C8}"/>
              </a:ext>
            </a:extLst>
          </p:cNvPr>
          <p:cNvSpPr>
            <a:spLocks noGrp="1"/>
          </p:cNvSpPr>
          <p:nvPr/>
        </p:nvSpPr>
        <p:spPr>
          <a:xfrm>
            <a:off x="136006" y="7552259"/>
            <a:ext cx="823944"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Browser</a:t>
            </a:r>
          </a:p>
        </p:txBody>
      </p:sp>
      <p:sp>
        <p:nvSpPr>
          <p:cNvPr id="179" name="Digitale Fähigkeiten">
            <a:extLst>
              <a:ext uri="{FF2B5EF4-FFF2-40B4-BE49-F238E27FC236}">
                <a16:creationId xmlns:a16="http://schemas.microsoft.com/office/drawing/2014/main" id="{656CB1C1-874D-46D5-BD82-E2CBE1600F4C}"/>
              </a:ext>
            </a:extLst>
          </p:cNvPr>
          <p:cNvSpPr>
            <a:spLocks noGrp="1"/>
          </p:cNvSpPr>
          <p:nvPr/>
        </p:nvSpPr>
        <p:spPr>
          <a:xfrm>
            <a:off x="128032" y="8343964"/>
            <a:ext cx="1263166"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Appsnutzung</a:t>
            </a:r>
          </a:p>
        </p:txBody>
      </p:sp>
      <p:pic>
        <p:nvPicPr>
          <p:cNvPr id="301" name="Grafik 2"/>
          <p:cNvPicPr>
            <a:picLocks noChangeAspect="1"/>
          </p:cNvPicPr>
          <p:nvPr/>
        </p:nvPicPr>
        <p:blipFill>
          <a:blip r:embed="rId19"/>
          <a:stretch>
            <a:fillRect/>
          </a:stretch>
        </p:blipFill>
        <p:spPr>
          <a:xfrm>
            <a:off x="508777" y="32215"/>
            <a:ext cx="1436954" cy="1408668"/>
          </a:xfrm>
          <a:prstGeom prst="ellipse">
            <a:avLst/>
          </a:prstGeom>
        </p:spPr>
      </p:pic>
      <p:sp>
        <p:nvSpPr>
          <p:cNvPr id="8" name="Szenario/Bio">
            <a:extLst>
              <a:ext uri="{FF2B5EF4-FFF2-40B4-BE49-F238E27FC236}">
                <a16:creationId xmlns:a16="http://schemas.microsoft.com/office/drawing/2014/main" id="{A18CC650-64E9-CE9D-B2CD-B8F23CF1DA62}"/>
              </a:ext>
            </a:extLst>
          </p:cNvPr>
          <p:cNvSpPr>
            <a:spLocks noGrp="1"/>
          </p:cNvSpPr>
          <p:nvPr/>
        </p:nvSpPr>
        <p:spPr>
          <a:xfrm>
            <a:off x="2702384" y="286040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347DC844-66C0-EE16-5FCD-082025B9AAED}"/>
              </a:ext>
            </a:extLst>
          </p:cNvPr>
          <p:cNvSpPr>
            <a:spLocks noGrp="1"/>
          </p:cNvSpPr>
          <p:nvPr/>
        </p:nvSpPr>
        <p:spPr>
          <a:xfrm>
            <a:off x="2723544" y="3071774"/>
            <a:ext cx="3896179" cy="624840"/>
          </a:xfrm>
          <a:prstGeom prst="rect">
            <a:avLst/>
          </a:prstGeom>
          <a:ln w="3175"/>
        </p:spPr>
        <p:txBody>
          <a:bodyPr wrap="square" lIns="38100" tIns="38100" rIns="38100" bIns="38100" anchor="ctr">
            <a:spAutoFit/>
          </a:bodyPr>
          <a:lstStyle>
            <a:lvl1pPr algn="l">
              <a:buNone/>
              <a:defRPr sz="1600" b="0">
                <a:latin typeface="Avenir Book"/>
                <a:ea typeface="Avenir Book"/>
                <a:cs typeface="Avenir Book"/>
              </a:defRPr>
            </a:lvl1pPr>
          </a:lstStyle>
          <a:p>
            <a:r>
              <a:rPr sz="1200">
                <a:latin typeface="Arial"/>
                <a:ea typeface="Arial"/>
                <a:cs typeface="Arial"/>
              </a:rPr>
              <a:t>Sie möchte einen frei gewählten Betrag einfach in Jetons umwandeln und ihr verfügbares Guthaben sofort erkennen.</a:t>
            </a:r>
          </a:p>
        </p:txBody>
      </p:sp>
      <p:sp>
        <p:nvSpPr>
          <p:cNvPr id="16" name="Szenario/Bio">
            <a:extLst>
              <a:ext uri="{FF2B5EF4-FFF2-40B4-BE49-F238E27FC236}">
                <a16:creationId xmlns:a16="http://schemas.microsoft.com/office/drawing/2014/main" id="{2C80E7B7-AAB0-10EE-3ACB-A3C87E2227E7}"/>
              </a:ext>
            </a:extLst>
          </p:cNvPr>
          <p:cNvSpPr>
            <a:spLocks noGrp="1"/>
          </p:cNvSpPr>
          <p:nvPr/>
        </p:nvSpPr>
        <p:spPr>
          <a:xfrm>
            <a:off x="2702383" y="547165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Anforderungen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D402C09C-E8A7-5E55-4333-E50D4A51CDE6}"/>
              </a:ext>
            </a:extLst>
          </p:cNvPr>
          <p:cNvSpPr>
            <a:spLocks noGrp="1"/>
          </p:cNvSpPr>
          <p:nvPr/>
        </p:nvSpPr>
        <p:spPr>
          <a:xfrm>
            <a:off x="2747075" y="5764040"/>
            <a:ext cx="3896179" cy="990600"/>
          </a:xfrm>
          <a:prstGeom prst="rect">
            <a:avLst/>
          </a:prstGeom>
          <a:ln w="3175"/>
        </p:spPr>
        <p:txBody>
          <a:bodyPr wrap="square" lIns="38100" tIns="38100" rIns="38100" bIns="38100" anchor="ctr">
            <a:spAutoFit/>
          </a:bodyPr>
          <a:lstStyle>
            <a:lvl1pPr algn="l">
              <a:buNone/>
              <a:defRPr sz="1600" b="0">
                <a:latin typeface="Avenir Book"/>
                <a:ea typeface="Avenir Book"/>
                <a:cs typeface="Avenir Book"/>
              </a:defRPr>
            </a:lvl1pPr>
          </a:lstStyle>
          <a:p>
            <a:r>
              <a:rPr sz="1200">
                <a:latin typeface="Arial"/>
                <a:ea typeface="Arial"/>
                <a:cs typeface="Arial"/>
              </a:rPr>
              <a:t>US-001: Als Spielerin möchte ich einen frei gewählten Betrag in Jetons umwandeln, damit ich Einsätze tätigen kann.
Akzeptanz: Positive Beträge werden gutgeschrieben; 0, negative und ungültige Beträge werden abgelehnt.</a:t>
            </a:r>
          </a:p>
        </p:txBody>
      </p:sp>
    </p:spTree>
    <p:extLst>
      <p:ext uri="{BB962C8B-B14F-4D97-AF65-F5344CB8AC3E}">
        <p14:creationId xmlns:p14="http://schemas.microsoft.com/office/powerpoint/2010/main" val="4018722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a:extLst>
              <a:ext uri="{FF2B5EF4-FFF2-40B4-BE49-F238E27FC236}">
                <a16:creationId xmlns:a16="http://schemas.microsoft.com/office/drawing/2014/main" id="{21AA5DBD-B2C7-405C-8A3E-D9133923CDA8}"/>
              </a:ext>
            </a:extLst>
          </p:cNvPr>
          <p:cNvSpPr>
            <a:spLocks noGrp="1"/>
          </p:cNvSpPr>
          <p:nvPr/>
        </p:nvSpPr>
        <p:spPr>
          <a:xfrm>
            <a:off x="-35771" y="7451"/>
            <a:ext cx="2424688" cy="9906000"/>
          </a:xfrm>
          <a:prstGeom prst="rect">
            <a:avLst/>
          </a:prstGeom>
          <a:solidFill>
            <a:srgbClr val="3399FF"/>
          </a:solidFill>
          <a:ln w="3175"/>
        </p:spPr>
        <p:txBody>
          <a:bodyPr lIns="38100" tIns="38100" rIns="38100" bIns="38100" anchor="ctr"/>
          <a:lstStyle/>
          <a:p>
            <a:pPr>
              <a:buNone/>
              <a:defRPr sz="2800" b="0">
                <a:solidFill>
                  <a:srgbClr val="FFFFFF"/>
                </a:solidFill>
                <a:latin typeface="+mn-lt"/>
                <a:ea typeface="+mn-lt"/>
                <a:cs typeface="+mn-lt"/>
              </a:defRPr>
            </a:pPr>
            <a:endParaRPr sz="1000" dirty="0">
              <a:latin typeface="Arial"/>
              <a:ea typeface="Arial"/>
              <a:cs typeface="Arial"/>
            </a:endParaRPr>
          </a:p>
        </p:txBody>
      </p:sp>
      <p:sp>
        <p:nvSpPr>
          <p:cNvPr id="5" name="Ellipse 4">
            <a:extLst>
              <a:ext uri="{FF2B5EF4-FFF2-40B4-BE49-F238E27FC236}">
                <a16:creationId xmlns:a16="http://schemas.microsoft.com/office/drawing/2014/main" id="{6BD9946B-7A65-4B0F-A0FB-E8CC35677CB9}"/>
              </a:ext>
            </a:extLst>
          </p:cNvPr>
          <p:cNvSpPr>
            <a:spLocks noGrp="1"/>
          </p:cNvSpPr>
          <p:nvPr/>
        </p:nvSpPr>
        <p:spPr>
          <a:xfrm>
            <a:off x="565455" y="70231"/>
            <a:ext cx="1340086" cy="1340086"/>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9" name="Grafik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266" y="485943"/>
            <a:ext cx="701888" cy="701888"/>
          </a:xfrm>
          <a:prstGeom prst="rect">
            <a:avLst/>
          </a:prstGeom>
        </p:spPr>
      </p:pic>
      <p:pic>
        <p:nvPicPr>
          <p:cNvPr id="201" name="Grafik 14"/>
          <p:cNvPicPr>
            <a:picLocks noChangeAspect="1"/>
          </p:cNvPicPr>
          <p:nvPr/>
        </p:nvPicPr>
        <p:blipFill>
          <a:blip r:embed="rId3"/>
          <a:stretch>
            <a:fillRect/>
          </a:stretch>
        </p:blipFill>
        <p:spPr>
          <a:xfrm>
            <a:off x="696445" y="2643818"/>
            <a:ext cx="336384" cy="336384"/>
          </a:xfrm>
          <a:prstGeom prst="rect">
            <a:avLst/>
          </a:prstGeom>
        </p:spPr>
      </p:pic>
      <p:pic>
        <p:nvPicPr>
          <p:cNvPr id="202" name="Grafik 16"/>
          <p:cNvPicPr>
            <a:picLocks noChangeAspect="1"/>
          </p:cNvPicPr>
          <p:nvPr/>
        </p:nvPicPr>
        <p:blipFill>
          <a:blip r:embed="rId4"/>
          <a:stretch>
            <a:fillRect/>
          </a:stretch>
        </p:blipFill>
        <p:spPr>
          <a:xfrm>
            <a:off x="214066" y="8627364"/>
            <a:ext cx="265742" cy="265742"/>
          </a:xfrm>
          <a:prstGeom prst="rect">
            <a:avLst/>
          </a:prstGeom>
        </p:spPr>
      </p:pic>
      <p:pic>
        <p:nvPicPr>
          <p:cNvPr id="203" name="Grafik 18"/>
          <p:cNvPicPr>
            <a:picLocks noChangeAspect="1"/>
          </p:cNvPicPr>
          <p:nvPr/>
        </p:nvPicPr>
        <p:blipFill>
          <a:blip r:embed="rId5"/>
          <a:stretch>
            <a:fillRect/>
          </a:stretch>
        </p:blipFill>
        <p:spPr>
          <a:xfrm>
            <a:off x="587532" y="8627364"/>
            <a:ext cx="265742" cy="265742"/>
          </a:xfrm>
          <a:prstGeom prst="rect">
            <a:avLst/>
          </a:prstGeom>
        </p:spPr>
      </p:pic>
      <p:pic>
        <p:nvPicPr>
          <p:cNvPr id="204" name="Grafik 20"/>
          <p:cNvPicPr>
            <a:picLocks noChangeAspect="1"/>
          </p:cNvPicPr>
          <p:nvPr/>
        </p:nvPicPr>
        <p:blipFill>
          <a:blip r:embed="rId6"/>
          <a:stretch>
            <a:fillRect/>
          </a:stretch>
        </p:blipFill>
        <p:spPr>
          <a:xfrm>
            <a:off x="989085" y="8607554"/>
            <a:ext cx="265742" cy="265742"/>
          </a:xfrm>
          <a:prstGeom prst="rect">
            <a:avLst/>
          </a:prstGeom>
        </p:spPr>
      </p:pic>
      <p:pic>
        <p:nvPicPr>
          <p:cNvPr id="205" name="Grafik 22"/>
          <p:cNvPicPr>
            <a:picLocks noChangeAspect="1"/>
          </p:cNvPicPr>
          <p:nvPr/>
        </p:nvPicPr>
        <p:blipFill>
          <a:blip r:embed="rId7"/>
          <a:stretch>
            <a:fillRect/>
          </a:stretch>
        </p:blipFill>
        <p:spPr>
          <a:xfrm>
            <a:off x="192676" y="9197885"/>
            <a:ext cx="265742" cy="265742"/>
          </a:xfrm>
          <a:prstGeom prst="rect">
            <a:avLst/>
          </a:prstGeom>
        </p:spPr>
      </p:pic>
      <p:pic>
        <p:nvPicPr>
          <p:cNvPr id="206" name="Grafik 24"/>
          <p:cNvPicPr>
            <a:picLocks noChangeAspect="1"/>
          </p:cNvPicPr>
          <p:nvPr/>
        </p:nvPicPr>
        <p:blipFill>
          <a:blip r:embed="rId8"/>
          <a:stretch>
            <a:fillRect/>
          </a:stretch>
        </p:blipFill>
        <p:spPr>
          <a:xfrm>
            <a:off x="557675" y="9209255"/>
            <a:ext cx="265742" cy="265742"/>
          </a:xfrm>
          <a:prstGeom prst="rect">
            <a:avLst/>
          </a:prstGeom>
        </p:spPr>
      </p:pic>
      <p:pic>
        <p:nvPicPr>
          <p:cNvPr id="207" name="Grafik 26"/>
          <p:cNvPicPr>
            <a:picLocks noChangeAspect="1"/>
          </p:cNvPicPr>
          <p:nvPr/>
        </p:nvPicPr>
        <p:blipFill>
          <a:blip r:embed="rId9"/>
          <a:stretch>
            <a:fillRect/>
          </a:stretch>
        </p:blipFill>
        <p:spPr>
          <a:xfrm>
            <a:off x="157117" y="2643818"/>
            <a:ext cx="336384" cy="336384"/>
          </a:xfrm>
          <a:prstGeom prst="rect">
            <a:avLst/>
          </a:prstGeom>
        </p:spPr>
      </p:pic>
      <p:sp>
        <p:nvSpPr>
          <p:cNvPr id="28" name="Rechteck">
            <a:extLst>
              <a:ext uri="{FF2B5EF4-FFF2-40B4-BE49-F238E27FC236}">
                <a16:creationId xmlns:a16="http://schemas.microsoft.com/office/drawing/2014/main" id="{4750C0A6-490D-4A49-8A18-E73489E56FE9}"/>
              </a:ext>
            </a:extLst>
          </p:cNvPr>
          <p:cNvSpPr>
            <a:spLocks noGrp="1"/>
          </p:cNvSpPr>
          <p:nvPr/>
        </p:nvSpPr>
        <p:spPr>
          <a:xfrm>
            <a:off x="2418199" y="0"/>
            <a:ext cx="147600" cy="9663113"/>
          </a:xfrm>
          <a:prstGeom prst="rect">
            <a:avLst/>
          </a:prstGeom>
          <a:solidFill>
            <a:srgbClr val="92E2FF"/>
          </a:solidFill>
          <a:ln w="3175"/>
        </p:spPr>
        <p:txBody>
          <a:bodyPr lIns="38100" tIns="38100" rIns="38100" bIns="38100" anchor="ctr"/>
          <a:lstStyle/>
          <a:p>
            <a:endParaRPr sz="2800">
              <a:solidFill>
                <a:srgbClr val="FFFFFF"/>
              </a:solidFill>
            </a:endParaRPr>
          </a:p>
        </p:txBody>
      </p:sp>
      <p:sp>
        <p:nvSpPr>
          <p:cNvPr id="30" name="Rechtwinkliges Dreieck 29">
            <a:extLst>
              <a:ext uri="{FF2B5EF4-FFF2-40B4-BE49-F238E27FC236}">
                <a16:creationId xmlns:a16="http://schemas.microsoft.com/office/drawing/2014/main" id="{F58D6FA0-8034-4CC5-8929-30729B0E12D2}"/>
              </a:ext>
            </a:extLst>
          </p:cNvPr>
          <p:cNvSpPr>
            <a:spLocks noGrp="1"/>
          </p:cNvSpPr>
          <p:nvPr/>
        </p:nvSpPr>
        <p:spPr>
          <a:xfrm rot="5400000">
            <a:off x="2372044" y="9709270"/>
            <a:ext cx="239910" cy="147600"/>
          </a:xfrm>
          <a:prstGeom prst="rtTriangle">
            <a:avLst/>
          </a:prstGeom>
          <a:solidFill>
            <a:srgbClr val="92E2FF"/>
          </a:solidFill>
          <a:ln w="3175"/>
        </p:spPr>
        <p:txBody>
          <a:bodyPr lIns="38100" tIns="38100" rIns="38100" bIns="38100" anchor="ctr"/>
          <a:lstStyle/>
          <a:p>
            <a:endParaRPr sz="2800">
              <a:solidFill>
                <a:srgbClr val="FFFFFF"/>
              </a:solidFill>
            </a:endParaRPr>
          </a:p>
        </p:txBody>
      </p:sp>
      <p:pic>
        <p:nvPicPr>
          <p:cNvPr id="210" name="Grafik 38"/>
          <p:cNvPicPr>
            <a:picLocks noChangeAspect="1"/>
          </p:cNvPicPr>
          <p:nvPr/>
        </p:nvPicPr>
        <p:blipFill>
          <a:blip r:embed="rId10"/>
          <a:stretch>
            <a:fillRect/>
          </a:stretch>
        </p:blipFill>
        <p:spPr>
          <a:xfrm>
            <a:off x="1426017" y="8616954"/>
            <a:ext cx="265742" cy="265742"/>
          </a:xfrm>
          <a:prstGeom prst="rect">
            <a:avLst/>
          </a:prstGeom>
        </p:spPr>
      </p:pic>
      <p:pic>
        <p:nvPicPr>
          <p:cNvPr id="211" name="Grafik 40"/>
          <p:cNvPicPr>
            <a:picLocks noChangeAspect="1"/>
          </p:cNvPicPr>
          <p:nvPr/>
        </p:nvPicPr>
        <p:blipFill>
          <a:blip r:embed="rId11"/>
          <a:stretch>
            <a:fillRect/>
          </a:stretch>
        </p:blipFill>
        <p:spPr>
          <a:xfrm>
            <a:off x="961029" y="9197885"/>
            <a:ext cx="265742" cy="265742"/>
          </a:xfrm>
          <a:prstGeom prst="rect">
            <a:avLst/>
          </a:prstGeom>
        </p:spPr>
      </p:pic>
      <p:sp>
        <p:nvSpPr>
          <p:cNvPr id="46" name="40%">
            <a:extLst>
              <a:ext uri="{FF2B5EF4-FFF2-40B4-BE49-F238E27FC236}">
                <a16:creationId xmlns:a16="http://schemas.microsoft.com/office/drawing/2014/main" id="{B105F850-775B-4953-9FDA-6173836F405B}"/>
              </a:ext>
            </a:extLst>
          </p:cNvPr>
          <p:cNvSpPr>
            <a:spLocks noGrp="1"/>
          </p:cNvSpPr>
          <p:nvPr/>
        </p:nvSpPr>
        <p:spPr>
          <a:xfrm>
            <a:off x="141795"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7" name="5%">
            <a:extLst>
              <a:ext uri="{FF2B5EF4-FFF2-40B4-BE49-F238E27FC236}">
                <a16:creationId xmlns:a16="http://schemas.microsoft.com/office/drawing/2014/main" id="{B761FD74-41CC-4517-8360-224480B54095}"/>
              </a:ext>
            </a:extLst>
          </p:cNvPr>
          <p:cNvSpPr>
            <a:spLocks noGrp="1"/>
          </p:cNvSpPr>
          <p:nvPr/>
        </p:nvSpPr>
        <p:spPr>
          <a:xfrm>
            <a:off x="1032574" y="8946358"/>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40%</a:t>
            </a:r>
          </a:p>
        </p:txBody>
      </p:sp>
      <p:sp>
        <p:nvSpPr>
          <p:cNvPr id="48" name="15%">
            <a:extLst>
              <a:ext uri="{FF2B5EF4-FFF2-40B4-BE49-F238E27FC236}">
                <a16:creationId xmlns:a16="http://schemas.microsoft.com/office/drawing/2014/main" id="{B3AFBE9D-3B87-4EEE-A4DC-243DAB4A00FF}"/>
              </a:ext>
            </a:extLst>
          </p:cNvPr>
          <p:cNvSpPr>
            <a:spLocks noGrp="1"/>
          </p:cNvSpPr>
          <p:nvPr/>
        </p:nvSpPr>
        <p:spPr>
          <a:xfrm>
            <a:off x="570182"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49" name="40%">
            <a:extLst>
              <a:ext uri="{FF2B5EF4-FFF2-40B4-BE49-F238E27FC236}">
                <a16:creationId xmlns:a16="http://schemas.microsoft.com/office/drawing/2014/main" id="{141A722F-4165-4835-A979-F38C4B4AB514}"/>
              </a:ext>
            </a:extLst>
          </p:cNvPr>
          <p:cNvSpPr>
            <a:spLocks noGrp="1"/>
          </p:cNvSpPr>
          <p:nvPr/>
        </p:nvSpPr>
        <p:spPr>
          <a:xfrm>
            <a:off x="529148"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0" name="0%">
            <a:extLst>
              <a:ext uri="{FF2B5EF4-FFF2-40B4-BE49-F238E27FC236}">
                <a16:creationId xmlns:a16="http://schemas.microsoft.com/office/drawing/2014/main" id="{93267ABD-3B59-438D-939B-BF4207DA111D}"/>
              </a:ext>
            </a:extLst>
          </p:cNvPr>
          <p:cNvSpPr>
            <a:spLocks noGrp="1"/>
          </p:cNvSpPr>
          <p:nvPr/>
        </p:nvSpPr>
        <p:spPr>
          <a:xfrm>
            <a:off x="935999"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pic>
        <p:nvPicPr>
          <p:cNvPr id="217" name="Grafik 51"/>
          <p:cNvPicPr>
            <a:picLocks noChangeAspect="1"/>
          </p:cNvPicPr>
          <p:nvPr/>
        </p:nvPicPr>
        <p:blipFill>
          <a:blip r:embed="rId12"/>
          <a:stretch>
            <a:fillRect/>
          </a:stretch>
        </p:blipFill>
        <p:spPr>
          <a:xfrm>
            <a:off x="1888922" y="8656394"/>
            <a:ext cx="265743" cy="265743"/>
          </a:xfrm>
          <a:prstGeom prst="rect">
            <a:avLst/>
          </a:prstGeom>
        </p:spPr>
      </p:pic>
      <p:sp>
        <p:nvSpPr>
          <p:cNvPr id="53" name="40%">
            <a:extLst>
              <a:ext uri="{FF2B5EF4-FFF2-40B4-BE49-F238E27FC236}">
                <a16:creationId xmlns:a16="http://schemas.microsoft.com/office/drawing/2014/main" id="{93F35EC7-36D9-4745-9986-C4FE7847053C}"/>
              </a:ext>
            </a:extLst>
          </p:cNvPr>
          <p:cNvSpPr>
            <a:spLocks noGrp="1"/>
          </p:cNvSpPr>
          <p:nvPr/>
        </p:nvSpPr>
        <p:spPr>
          <a:xfrm>
            <a:off x="120429" y="9513745"/>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54" name="5%">
            <a:extLst>
              <a:ext uri="{FF2B5EF4-FFF2-40B4-BE49-F238E27FC236}">
                <a16:creationId xmlns:a16="http://schemas.microsoft.com/office/drawing/2014/main" id="{42115540-9E2E-4549-A8B0-48B52CFC47CF}"/>
              </a:ext>
            </a:extLst>
          </p:cNvPr>
          <p:cNvSpPr>
            <a:spLocks noGrp="1"/>
          </p:cNvSpPr>
          <p:nvPr/>
        </p:nvSpPr>
        <p:spPr>
          <a:xfrm>
            <a:off x="1445958" y="8946359"/>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6" name="5%">
            <a:extLst>
              <a:ext uri="{FF2B5EF4-FFF2-40B4-BE49-F238E27FC236}">
                <a16:creationId xmlns:a16="http://schemas.microsoft.com/office/drawing/2014/main" id="{D9049078-B517-4566-B31B-5005796A8C8F}"/>
              </a:ext>
            </a:extLst>
          </p:cNvPr>
          <p:cNvSpPr>
            <a:spLocks noGrp="1"/>
          </p:cNvSpPr>
          <p:nvPr/>
        </p:nvSpPr>
        <p:spPr>
          <a:xfrm>
            <a:off x="1830089" y="8952984"/>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57" name="Persönlichkeit">
            <a:extLst>
              <a:ext uri="{FF2B5EF4-FFF2-40B4-BE49-F238E27FC236}">
                <a16:creationId xmlns:a16="http://schemas.microsoft.com/office/drawing/2014/main" id="{28B2D65B-7C0A-4540-9BB1-3A2BA1C3B320}"/>
              </a:ext>
            </a:extLst>
          </p:cNvPr>
          <p:cNvSpPr>
            <a:spLocks noGrp="1"/>
          </p:cNvSpPr>
          <p:nvPr/>
        </p:nvSpPr>
        <p:spPr>
          <a:xfrm>
            <a:off x="134284" y="4389010"/>
            <a:ext cx="1357206"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Internet</a:t>
            </a:r>
          </a:p>
        </p:txBody>
      </p:sp>
      <p:sp>
        <p:nvSpPr>
          <p:cNvPr id="58" name="Extrovertiert">
            <a:extLst>
              <a:ext uri="{FF2B5EF4-FFF2-40B4-BE49-F238E27FC236}">
                <a16:creationId xmlns:a16="http://schemas.microsoft.com/office/drawing/2014/main" id="{A8560577-5D82-4078-A956-BA30B12556FD}"/>
              </a:ext>
            </a:extLst>
          </p:cNvPr>
          <p:cNvSpPr>
            <a:spLocks noGrp="1"/>
          </p:cNvSpPr>
          <p:nvPr/>
        </p:nvSpPr>
        <p:spPr>
          <a:xfrm>
            <a:off x="82760" y="5533534"/>
            <a:ext cx="88992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Extrovertiert</a:t>
            </a:r>
          </a:p>
        </p:txBody>
      </p:sp>
      <p:sp>
        <p:nvSpPr>
          <p:cNvPr id="59" name="Introvertiert">
            <a:extLst>
              <a:ext uri="{FF2B5EF4-FFF2-40B4-BE49-F238E27FC236}">
                <a16:creationId xmlns:a16="http://schemas.microsoft.com/office/drawing/2014/main" id="{124657A9-77EC-40D8-B30E-DCE00AD3FC02}"/>
              </a:ext>
            </a:extLst>
          </p:cNvPr>
          <p:cNvSpPr>
            <a:spLocks noGrp="1"/>
          </p:cNvSpPr>
          <p:nvPr/>
        </p:nvSpPr>
        <p:spPr>
          <a:xfrm>
            <a:off x="1388058" y="5537642"/>
            <a:ext cx="852703"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Introvertiert</a:t>
            </a:r>
          </a:p>
        </p:txBody>
      </p:sp>
      <p:sp>
        <p:nvSpPr>
          <p:cNvPr id="60" name="Planer">
            <a:extLst>
              <a:ext uri="{FF2B5EF4-FFF2-40B4-BE49-F238E27FC236}">
                <a16:creationId xmlns:a16="http://schemas.microsoft.com/office/drawing/2014/main" id="{D0FE18F3-FED4-4291-A264-345476A3EB02}"/>
              </a:ext>
            </a:extLst>
          </p:cNvPr>
          <p:cNvSpPr>
            <a:spLocks noGrp="1"/>
          </p:cNvSpPr>
          <p:nvPr/>
        </p:nvSpPr>
        <p:spPr>
          <a:xfrm>
            <a:off x="77024" y="5893187"/>
            <a:ext cx="1022692"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Planer</a:t>
            </a:r>
          </a:p>
        </p:txBody>
      </p:sp>
      <p:sp>
        <p:nvSpPr>
          <p:cNvPr id="61" name="Spontan">
            <a:extLst>
              <a:ext uri="{FF2B5EF4-FFF2-40B4-BE49-F238E27FC236}">
                <a16:creationId xmlns:a16="http://schemas.microsoft.com/office/drawing/2014/main" id="{88C99627-9916-45EB-B20F-0BCF83C38230}"/>
              </a:ext>
            </a:extLst>
          </p:cNvPr>
          <p:cNvSpPr>
            <a:spLocks noGrp="1"/>
          </p:cNvSpPr>
          <p:nvPr/>
        </p:nvSpPr>
        <p:spPr>
          <a:xfrm>
            <a:off x="1566050" y="5893187"/>
            <a:ext cx="612497"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Spontan</a:t>
            </a:r>
          </a:p>
        </p:txBody>
      </p:sp>
      <p:sp>
        <p:nvSpPr>
          <p:cNvPr id="62" name="Fühlen">
            <a:extLst>
              <a:ext uri="{FF2B5EF4-FFF2-40B4-BE49-F238E27FC236}">
                <a16:creationId xmlns:a16="http://schemas.microsoft.com/office/drawing/2014/main" id="{6747BE4F-8950-43D7-92CD-F1E0184B75EA}"/>
              </a:ext>
            </a:extLst>
          </p:cNvPr>
          <p:cNvSpPr>
            <a:spLocks noGrp="1"/>
          </p:cNvSpPr>
          <p:nvPr/>
        </p:nvSpPr>
        <p:spPr>
          <a:xfrm>
            <a:off x="1725637" y="6265328"/>
            <a:ext cx="692318"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Fühlen</a:t>
            </a:r>
          </a:p>
        </p:txBody>
      </p:sp>
      <p:sp>
        <p:nvSpPr>
          <p:cNvPr id="63" name="Konservativ">
            <a:extLst>
              <a:ext uri="{FF2B5EF4-FFF2-40B4-BE49-F238E27FC236}">
                <a16:creationId xmlns:a16="http://schemas.microsoft.com/office/drawing/2014/main" id="{5CA6DB11-9BCE-46D7-BD8F-B487B45784CC}"/>
              </a:ext>
            </a:extLst>
          </p:cNvPr>
          <p:cNvSpPr>
            <a:spLocks noGrp="1"/>
          </p:cNvSpPr>
          <p:nvPr/>
        </p:nvSpPr>
        <p:spPr>
          <a:xfrm>
            <a:off x="82340" y="6663407"/>
            <a:ext cx="838450"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Konservativ</a:t>
            </a:r>
          </a:p>
        </p:txBody>
      </p:sp>
      <p:sp>
        <p:nvSpPr>
          <p:cNvPr id="64" name="Liberal">
            <a:extLst>
              <a:ext uri="{FF2B5EF4-FFF2-40B4-BE49-F238E27FC236}">
                <a16:creationId xmlns:a16="http://schemas.microsoft.com/office/drawing/2014/main" id="{CBB632E1-2BE6-4B4E-8ECF-5009DEBD8877}"/>
              </a:ext>
            </a:extLst>
          </p:cNvPr>
          <p:cNvSpPr>
            <a:spLocks noGrp="1"/>
          </p:cNvSpPr>
          <p:nvPr/>
        </p:nvSpPr>
        <p:spPr>
          <a:xfrm>
            <a:off x="1765096" y="6649904"/>
            <a:ext cx="51938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Liberal</a:t>
            </a:r>
          </a:p>
        </p:txBody>
      </p:sp>
      <p:sp>
        <p:nvSpPr>
          <p:cNvPr id="65" name="Anführer">
            <a:extLst>
              <a:ext uri="{FF2B5EF4-FFF2-40B4-BE49-F238E27FC236}">
                <a16:creationId xmlns:a16="http://schemas.microsoft.com/office/drawing/2014/main" id="{263BF284-5B72-4F84-A1D0-EB617316CB00}"/>
              </a:ext>
            </a:extLst>
          </p:cNvPr>
          <p:cNvSpPr>
            <a:spLocks noGrp="1"/>
          </p:cNvSpPr>
          <p:nvPr/>
        </p:nvSpPr>
        <p:spPr>
          <a:xfrm>
            <a:off x="104432" y="7101330"/>
            <a:ext cx="64721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Anführer</a:t>
            </a:r>
          </a:p>
        </p:txBody>
      </p:sp>
      <p:sp>
        <p:nvSpPr>
          <p:cNvPr id="66" name="Nachahmer">
            <a:extLst>
              <a:ext uri="{FF2B5EF4-FFF2-40B4-BE49-F238E27FC236}">
                <a16:creationId xmlns:a16="http://schemas.microsoft.com/office/drawing/2014/main" id="{D5226E57-86B7-4C63-B917-4FDDC04A6B2B}"/>
              </a:ext>
            </a:extLst>
          </p:cNvPr>
          <p:cNvSpPr>
            <a:spLocks noGrp="1"/>
          </p:cNvSpPr>
          <p:nvPr/>
        </p:nvSpPr>
        <p:spPr>
          <a:xfrm>
            <a:off x="1453692" y="7069712"/>
            <a:ext cx="83937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Nachahmer</a:t>
            </a:r>
          </a:p>
        </p:txBody>
      </p:sp>
      <p:sp>
        <p:nvSpPr>
          <p:cNvPr id="67" name="Internet">
            <a:extLst>
              <a:ext uri="{FF2B5EF4-FFF2-40B4-BE49-F238E27FC236}">
                <a16:creationId xmlns:a16="http://schemas.microsoft.com/office/drawing/2014/main" id="{74A13C56-17B0-4C31-9510-B5E300B78A64}"/>
              </a:ext>
            </a:extLst>
          </p:cNvPr>
          <p:cNvSpPr>
            <a:spLocks noGrp="1"/>
          </p:cNvSpPr>
          <p:nvPr/>
        </p:nvSpPr>
        <p:spPr>
          <a:xfrm>
            <a:off x="101283" y="3669842"/>
            <a:ext cx="961917"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Technologie</a:t>
            </a:r>
          </a:p>
        </p:txBody>
      </p:sp>
      <p:sp>
        <p:nvSpPr>
          <p:cNvPr id="68" name="Software und Apps">
            <a:extLst>
              <a:ext uri="{FF2B5EF4-FFF2-40B4-BE49-F238E27FC236}">
                <a16:creationId xmlns:a16="http://schemas.microsoft.com/office/drawing/2014/main" id="{3362B1B7-D87D-481B-BE54-011F77612331}"/>
              </a:ext>
            </a:extLst>
          </p:cNvPr>
          <p:cNvSpPr>
            <a:spLocks noGrp="1"/>
          </p:cNvSpPr>
          <p:nvPr/>
        </p:nvSpPr>
        <p:spPr>
          <a:xfrm>
            <a:off x="110811" y="4049132"/>
            <a:ext cx="133783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Software und Apps</a:t>
            </a:r>
          </a:p>
        </p:txBody>
      </p:sp>
      <p:sp>
        <p:nvSpPr>
          <p:cNvPr id="70" name="Rechteck">
            <a:extLst>
              <a:ext uri="{FF2B5EF4-FFF2-40B4-BE49-F238E27FC236}">
                <a16:creationId xmlns:a16="http://schemas.microsoft.com/office/drawing/2014/main" id="{5D8690B6-5E99-4750-88E0-64565D577282}"/>
              </a:ext>
            </a:extLst>
          </p:cNvPr>
          <p:cNvSpPr>
            <a:spLocks noGrp="1"/>
          </p:cNvSpPr>
          <p:nvPr/>
        </p:nvSpPr>
        <p:spPr>
          <a:xfrm>
            <a:off x="104433"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a:ext uri="{FF2B5EF4-FFF2-40B4-BE49-F238E27FC236}">
                <a16:creationId xmlns:a16="http://schemas.microsoft.com/office/drawing/2014/main" id="{32848BB3-5727-4D6A-A110-F633A76793A3}"/>
              </a:ext>
            </a:extLst>
          </p:cNvPr>
          <p:cNvSpPr>
            <a:spLocks noGrp="1"/>
          </p:cNvSpPr>
          <p:nvPr/>
        </p:nvSpPr>
        <p:spPr>
          <a:xfrm>
            <a:off x="9572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a:ext uri="{FF2B5EF4-FFF2-40B4-BE49-F238E27FC236}">
                <a16:creationId xmlns:a16="http://schemas.microsoft.com/office/drawing/2014/main" id="{50062F09-FC3A-4349-86B5-36B0E542BC34}"/>
              </a:ext>
            </a:extLst>
          </p:cNvPr>
          <p:cNvSpPr>
            <a:spLocks noGrp="1"/>
          </p:cNvSpPr>
          <p:nvPr/>
        </p:nvSpPr>
        <p:spPr>
          <a:xfrm>
            <a:off x="5308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a:ext uri="{FF2B5EF4-FFF2-40B4-BE49-F238E27FC236}">
                <a16:creationId xmlns:a16="http://schemas.microsoft.com/office/drawing/2014/main" id="{A73686BC-7D33-487D-A59D-B8A2614EC025}"/>
              </a:ext>
            </a:extLst>
          </p:cNvPr>
          <p:cNvSpPr>
            <a:spLocks noGrp="1"/>
          </p:cNvSpPr>
          <p:nvPr/>
        </p:nvSpPr>
        <p:spPr>
          <a:xfrm>
            <a:off x="1383632" y="73232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a:ext uri="{FF2B5EF4-FFF2-40B4-BE49-F238E27FC236}">
                <a16:creationId xmlns:a16="http://schemas.microsoft.com/office/drawing/2014/main" id="{2D768AB4-9B3F-4F96-A6FA-02EA6985981F}"/>
              </a:ext>
            </a:extLst>
          </p:cNvPr>
          <p:cNvSpPr>
            <a:spLocks noGrp="1"/>
          </p:cNvSpPr>
          <p:nvPr/>
        </p:nvSpPr>
        <p:spPr>
          <a:xfrm>
            <a:off x="18100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a:ext uri="{FF2B5EF4-FFF2-40B4-BE49-F238E27FC236}">
                <a16:creationId xmlns:a16="http://schemas.microsoft.com/office/drawing/2014/main" id="{2893C15A-D55F-48CF-81A6-F3AB22FFC2D2}"/>
              </a:ext>
            </a:extLst>
          </p:cNvPr>
          <p:cNvSpPr>
            <a:spLocks noGrp="1"/>
          </p:cNvSpPr>
          <p:nvPr/>
        </p:nvSpPr>
        <p:spPr>
          <a:xfrm>
            <a:off x="104433"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a:ext uri="{FF2B5EF4-FFF2-40B4-BE49-F238E27FC236}">
                <a16:creationId xmlns:a16="http://schemas.microsoft.com/office/drawing/2014/main" id="{894ED74E-0855-43C5-932B-565CB7C6450D}"/>
              </a:ext>
            </a:extLst>
          </p:cNvPr>
          <p:cNvSpPr>
            <a:spLocks noGrp="1"/>
          </p:cNvSpPr>
          <p:nvPr/>
        </p:nvSpPr>
        <p:spPr>
          <a:xfrm>
            <a:off x="957231" y="6915851"/>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a:ext uri="{FF2B5EF4-FFF2-40B4-BE49-F238E27FC236}">
                <a16:creationId xmlns:a16="http://schemas.microsoft.com/office/drawing/2014/main" id="{E07F87FB-4967-49CB-B94A-BAB21B47469C}"/>
              </a:ext>
            </a:extLst>
          </p:cNvPr>
          <p:cNvSpPr>
            <a:spLocks noGrp="1"/>
          </p:cNvSpPr>
          <p:nvPr/>
        </p:nvSpPr>
        <p:spPr>
          <a:xfrm>
            <a:off x="5308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a:ext uri="{FF2B5EF4-FFF2-40B4-BE49-F238E27FC236}">
                <a16:creationId xmlns:a16="http://schemas.microsoft.com/office/drawing/2014/main" id="{C845B0A9-1EBA-4AEF-A447-6554E0DC703C}"/>
              </a:ext>
            </a:extLst>
          </p:cNvPr>
          <p:cNvSpPr>
            <a:spLocks noGrp="1"/>
          </p:cNvSpPr>
          <p:nvPr/>
        </p:nvSpPr>
        <p:spPr>
          <a:xfrm>
            <a:off x="13836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a:ext uri="{FF2B5EF4-FFF2-40B4-BE49-F238E27FC236}">
                <a16:creationId xmlns:a16="http://schemas.microsoft.com/office/drawing/2014/main" id="{163E74F4-C97B-4DEB-AB21-694386DCF696}"/>
              </a:ext>
            </a:extLst>
          </p:cNvPr>
          <p:cNvSpPr>
            <a:spLocks noGrp="1"/>
          </p:cNvSpPr>
          <p:nvPr/>
        </p:nvSpPr>
        <p:spPr>
          <a:xfrm>
            <a:off x="18100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a:ext uri="{FF2B5EF4-FFF2-40B4-BE49-F238E27FC236}">
                <a16:creationId xmlns:a16="http://schemas.microsoft.com/office/drawing/2014/main" id="{981752B2-BA7C-4625-B3BD-C21A8A17C794}"/>
              </a:ext>
            </a:extLst>
          </p:cNvPr>
          <p:cNvSpPr>
            <a:spLocks noGrp="1"/>
          </p:cNvSpPr>
          <p:nvPr/>
        </p:nvSpPr>
        <p:spPr>
          <a:xfrm>
            <a:off x="104433"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a:ext uri="{FF2B5EF4-FFF2-40B4-BE49-F238E27FC236}">
                <a16:creationId xmlns:a16="http://schemas.microsoft.com/office/drawing/2014/main" id="{4B4202E3-481A-4E89-91C4-A67D664BEEC1}"/>
              </a:ext>
            </a:extLst>
          </p:cNvPr>
          <p:cNvSpPr>
            <a:spLocks noGrp="1"/>
          </p:cNvSpPr>
          <p:nvPr/>
        </p:nvSpPr>
        <p:spPr>
          <a:xfrm>
            <a:off x="9572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a:ext uri="{FF2B5EF4-FFF2-40B4-BE49-F238E27FC236}">
                <a16:creationId xmlns:a16="http://schemas.microsoft.com/office/drawing/2014/main" id="{F7E302B0-AEA3-4392-8C92-8B5FC3DDDD96}"/>
              </a:ext>
            </a:extLst>
          </p:cNvPr>
          <p:cNvSpPr>
            <a:spLocks noGrp="1"/>
          </p:cNvSpPr>
          <p:nvPr/>
        </p:nvSpPr>
        <p:spPr>
          <a:xfrm>
            <a:off x="5308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a:ext uri="{FF2B5EF4-FFF2-40B4-BE49-F238E27FC236}">
                <a16:creationId xmlns:a16="http://schemas.microsoft.com/office/drawing/2014/main" id="{A8E1725A-20BE-4B0A-A477-341A0AF44666}"/>
              </a:ext>
            </a:extLst>
          </p:cNvPr>
          <p:cNvSpPr>
            <a:spLocks noGrp="1"/>
          </p:cNvSpPr>
          <p:nvPr/>
        </p:nvSpPr>
        <p:spPr>
          <a:xfrm>
            <a:off x="1383632" y="6509182"/>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a:ext uri="{FF2B5EF4-FFF2-40B4-BE49-F238E27FC236}">
                <a16:creationId xmlns:a16="http://schemas.microsoft.com/office/drawing/2014/main" id="{18BE0286-73B7-4FB5-BBC5-7D83BA983331}"/>
              </a:ext>
            </a:extLst>
          </p:cNvPr>
          <p:cNvSpPr>
            <a:spLocks noGrp="1"/>
          </p:cNvSpPr>
          <p:nvPr/>
        </p:nvSpPr>
        <p:spPr>
          <a:xfrm>
            <a:off x="18100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a:ext uri="{FF2B5EF4-FFF2-40B4-BE49-F238E27FC236}">
                <a16:creationId xmlns:a16="http://schemas.microsoft.com/office/drawing/2014/main" id="{B75F36B9-DE97-47B1-B92E-F3DD298050BB}"/>
              </a:ext>
            </a:extLst>
          </p:cNvPr>
          <p:cNvSpPr>
            <a:spLocks noGrp="1"/>
          </p:cNvSpPr>
          <p:nvPr/>
        </p:nvSpPr>
        <p:spPr>
          <a:xfrm>
            <a:off x="83050" y="6264018"/>
            <a:ext cx="601603" cy="212268"/>
          </a:xfrm>
          <a:prstGeom prst="rect">
            <a:avLst/>
          </a:prstGeom>
          <a:ln w="3175"/>
        </p:spPr>
        <p:txBody>
          <a:bodyPr lIns="38100" tIns="38100" rIns="38100" bIns="38100" anchor="ctr"/>
          <a:lstStyle>
            <a:lvl1pPr algn="l">
              <a:buNone/>
              <a:defRPr sz="1400" b="0" spc="70">
                <a:solidFill>
                  <a:srgbClr val="FFFFFF"/>
                </a:solidFill>
                <a:latin typeface="Futura"/>
                <a:ea typeface="Futura"/>
                <a:cs typeface="Futura"/>
              </a:defRPr>
            </a:lvl1pPr>
          </a:lstStyle>
          <a:p>
            <a:r>
              <a:rPr sz="1000">
                <a:latin typeface="Arial"/>
                <a:ea typeface="Arial"/>
                <a:cs typeface="Arial"/>
              </a:rPr>
              <a:t>Denken</a:t>
            </a:r>
          </a:p>
        </p:txBody>
      </p:sp>
      <p:sp>
        <p:nvSpPr>
          <p:cNvPr id="89" name="Rechteck">
            <a:extLst>
              <a:ext uri="{FF2B5EF4-FFF2-40B4-BE49-F238E27FC236}">
                <a16:creationId xmlns:a16="http://schemas.microsoft.com/office/drawing/2014/main" id="{A3C9F528-BB90-46BE-80DC-52099D74C9A6}"/>
              </a:ext>
            </a:extLst>
          </p:cNvPr>
          <p:cNvSpPr>
            <a:spLocks noGrp="1"/>
          </p:cNvSpPr>
          <p:nvPr/>
        </p:nvSpPr>
        <p:spPr>
          <a:xfrm>
            <a:off x="104432"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a:ext uri="{FF2B5EF4-FFF2-40B4-BE49-F238E27FC236}">
                <a16:creationId xmlns:a16="http://schemas.microsoft.com/office/drawing/2014/main" id="{97DF5059-236D-45CA-920E-3ACB08422480}"/>
              </a:ext>
            </a:extLst>
          </p:cNvPr>
          <p:cNvSpPr>
            <a:spLocks noGrp="1"/>
          </p:cNvSpPr>
          <p:nvPr/>
        </p:nvSpPr>
        <p:spPr>
          <a:xfrm>
            <a:off x="943716"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a:ext uri="{FF2B5EF4-FFF2-40B4-BE49-F238E27FC236}">
                <a16:creationId xmlns:a16="http://schemas.microsoft.com/office/drawing/2014/main" id="{A3204F46-9E27-4B78-B33E-F2E82A35F0E2}"/>
              </a:ext>
            </a:extLst>
          </p:cNvPr>
          <p:cNvSpPr>
            <a:spLocks noGrp="1"/>
          </p:cNvSpPr>
          <p:nvPr/>
        </p:nvSpPr>
        <p:spPr>
          <a:xfrm>
            <a:off x="524074"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a:ext uri="{FF2B5EF4-FFF2-40B4-BE49-F238E27FC236}">
                <a16:creationId xmlns:a16="http://schemas.microsoft.com/office/drawing/2014/main" id="{E3B81E32-966D-4D2B-9C5A-BDA5A15900F0}"/>
              </a:ext>
            </a:extLst>
          </p:cNvPr>
          <p:cNvSpPr>
            <a:spLocks noGrp="1"/>
          </p:cNvSpPr>
          <p:nvPr/>
        </p:nvSpPr>
        <p:spPr>
          <a:xfrm>
            <a:off x="1363359" y="6128603"/>
            <a:ext cx="383779"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a:ext uri="{FF2B5EF4-FFF2-40B4-BE49-F238E27FC236}">
                <a16:creationId xmlns:a16="http://schemas.microsoft.com/office/drawing/2014/main" id="{935711A5-2D3F-4D34-BA88-720C70F80BDC}"/>
              </a:ext>
            </a:extLst>
          </p:cNvPr>
          <p:cNvSpPr>
            <a:spLocks noGrp="1"/>
          </p:cNvSpPr>
          <p:nvPr/>
        </p:nvSpPr>
        <p:spPr>
          <a:xfrm>
            <a:off x="1783001" y="6128603"/>
            <a:ext cx="38377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a:ext uri="{FF2B5EF4-FFF2-40B4-BE49-F238E27FC236}">
                <a16:creationId xmlns:a16="http://schemas.microsoft.com/office/drawing/2014/main" id="{E7AF644E-B7C8-48BA-9BC0-F16ED3FCD9BD}"/>
              </a:ext>
            </a:extLst>
          </p:cNvPr>
          <p:cNvSpPr>
            <a:spLocks noGrp="1"/>
          </p:cNvSpPr>
          <p:nvPr/>
        </p:nvSpPr>
        <p:spPr>
          <a:xfrm>
            <a:off x="104433"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a:ext uri="{FF2B5EF4-FFF2-40B4-BE49-F238E27FC236}">
                <a16:creationId xmlns:a16="http://schemas.microsoft.com/office/drawing/2014/main" id="{62CE3595-C01C-4834-B9EF-A74F8C8D0AAA}"/>
              </a:ext>
            </a:extLst>
          </p:cNvPr>
          <p:cNvSpPr>
            <a:spLocks noGrp="1"/>
          </p:cNvSpPr>
          <p:nvPr/>
        </p:nvSpPr>
        <p:spPr>
          <a:xfrm>
            <a:off x="9572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a:ext uri="{FF2B5EF4-FFF2-40B4-BE49-F238E27FC236}">
                <a16:creationId xmlns:a16="http://schemas.microsoft.com/office/drawing/2014/main" id="{EBA9E952-394A-464C-AED1-2BAAE4332FA5}"/>
              </a:ext>
            </a:extLst>
          </p:cNvPr>
          <p:cNvSpPr>
            <a:spLocks noGrp="1"/>
          </p:cNvSpPr>
          <p:nvPr/>
        </p:nvSpPr>
        <p:spPr>
          <a:xfrm>
            <a:off x="530832" y="57643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a:ext uri="{FF2B5EF4-FFF2-40B4-BE49-F238E27FC236}">
                <a16:creationId xmlns:a16="http://schemas.microsoft.com/office/drawing/2014/main" id="{31BB97C8-DDB2-42E3-AA46-85C7FE8E76C7}"/>
              </a:ext>
            </a:extLst>
          </p:cNvPr>
          <p:cNvSpPr>
            <a:spLocks noGrp="1"/>
          </p:cNvSpPr>
          <p:nvPr/>
        </p:nvSpPr>
        <p:spPr>
          <a:xfrm>
            <a:off x="13836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a:ext uri="{FF2B5EF4-FFF2-40B4-BE49-F238E27FC236}">
                <a16:creationId xmlns:a16="http://schemas.microsoft.com/office/drawing/2014/main" id="{66614AE4-75B5-4E0E-9950-5155BD83585C}"/>
              </a:ext>
            </a:extLst>
          </p:cNvPr>
          <p:cNvSpPr>
            <a:spLocks noGrp="1"/>
          </p:cNvSpPr>
          <p:nvPr/>
        </p:nvSpPr>
        <p:spPr>
          <a:xfrm>
            <a:off x="18100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a:ext uri="{FF2B5EF4-FFF2-40B4-BE49-F238E27FC236}">
                <a16:creationId xmlns:a16="http://schemas.microsoft.com/office/drawing/2014/main" id="{93507A3D-06A4-4B77-9637-72FD4F3E3537}"/>
              </a:ext>
            </a:extLst>
          </p:cNvPr>
          <p:cNvSpPr>
            <a:spLocks noGrp="1"/>
          </p:cNvSpPr>
          <p:nvPr/>
        </p:nvSpPr>
        <p:spPr>
          <a:xfrm>
            <a:off x="137507"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a:ext uri="{FF2B5EF4-FFF2-40B4-BE49-F238E27FC236}">
                <a16:creationId xmlns:a16="http://schemas.microsoft.com/office/drawing/2014/main" id="{D4076C11-A33F-4679-B084-F0A7D36FD31E}"/>
              </a:ext>
            </a:extLst>
          </p:cNvPr>
          <p:cNvSpPr>
            <a:spLocks noGrp="1"/>
          </p:cNvSpPr>
          <p:nvPr/>
        </p:nvSpPr>
        <p:spPr>
          <a:xfrm>
            <a:off x="990305"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a:ext uri="{FF2B5EF4-FFF2-40B4-BE49-F238E27FC236}">
                <a16:creationId xmlns:a16="http://schemas.microsoft.com/office/drawing/2014/main" id="{ED584246-6A7F-4E47-861C-A0935E8FDAE0}"/>
              </a:ext>
            </a:extLst>
          </p:cNvPr>
          <p:cNvSpPr>
            <a:spLocks noGrp="1"/>
          </p:cNvSpPr>
          <p:nvPr/>
        </p:nvSpPr>
        <p:spPr>
          <a:xfrm>
            <a:off x="5639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a:ext uri="{FF2B5EF4-FFF2-40B4-BE49-F238E27FC236}">
                <a16:creationId xmlns:a16="http://schemas.microsoft.com/office/drawing/2014/main" id="{C8E00D01-A25E-4123-B26F-465076D35C01}"/>
              </a:ext>
            </a:extLst>
          </p:cNvPr>
          <p:cNvSpPr>
            <a:spLocks noGrp="1"/>
          </p:cNvSpPr>
          <p:nvPr/>
        </p:nvSpPr>
        <p:spPr>
          <a:xfrm>
            <a:off x="1416706"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a:ext uri="{FF2B5EF4-FFF2-40B4-BE49-F238E27FC236}">
                <a16:creationId xmlns:a16="http://schemas.microsoft.com/office/drawing/2014/main" id="{EEDE575F-961E-46D4-A388-3C0627E5FE3E}"/>
              </a:ext>
            </a:extLst>
          </p:cNvPr>
          <p:cNvSpPr>
            <a:spLocks noGrp="1"/>
          </p:cNvSpPr>
          <p:nvPr/>
        </p:nvSpPr>
        <p:spPr>
          <a:xfrm>
            <a:off x="1843105"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a:ext uri="{FF2B5EF4-FFF2-40B4-BE49-F238E27FC236}">
                <a16:creationId xmlns:a16="http://schemas.microsoft.com/office/drawing/2014/main" id="{DFA6F396-E9EA-4F96-A4C7-C346F6D5B455}"/>
              </a:ext>
            </a:extLst>
          </p:cNvPr>
          <p:cNvSpPr>
            <a:spLocks noGrp="1"/>
          </p:cNvSpPr>
          <p:nvPr/>
        </p:nvSpPr>
        <p:spPr>
          <a:xfrm>
            <a:off x="137507"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a:ext uri="{FF2B5EF4-FFF2-40B4-BE49-F238E27FC236}">
                <a16:creationId xmlns:a16="http://schemas.microsoft.com/office/drawing/2014/main" id="{3BC10C83-EACE-4C25-B121-AD97099C3738}"/>
              </a:ext>
            </a:extLst>
          </p:cNvPr>
          <p:cNvSpPr>
            <a:spLocks noGrp="1"/>
          </p:cNvSpPr>
          <p:nvPr/>
        </p:nvSpPr>
        <p:spPr>
          <a:xfrm>
            <a:off x="990305"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a:ext uri="{FF2B5EF4-FFF2-40B4-BE49-F238E27FC236}">
                <a16:creationId xmlns:a16="http://schemas.microsoft.com/office/drawing/2014/main" id="{B2D4D5E2-C33A-4F28-8A32-64EE292584B7}"/>
              </a:ext>
            </a:extLst>
          </p:cNvPr>
          <p:cNvSpPr>
            <a:spLocks noGrp="1"/>
          </p:cNvSpPr>
          <p:nvPr/>
        </p:nvSpPr>
        <p:spPr>
          <a:xfrm>
            <a:off x="5639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a:ext uri="{FF2B5EF4-FFF2-40B4-BE49-F238E27FC236}">
                <a16:creationId xmlns:a16="http://schemas.microsoft.com/office/drawing/2014/main" id="{AC58726F-89BA-4722-B4A8-B21637F6AFEC}"/>
              </a:ext>
            </a:extLst>
          </p:cNvPr>
          <p:cNvSpPr>
            <a:spLocks noGrp="1"/>
          </p:cNvSpPr>
          <p:nvPr/>
        </p:nvSpPr>
        <p:spPr>
          <a:xfrm>
            <a:off x="1416706"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a:ext uri="{FF2B5EF4-FFF2-40B4-BE49-F238E27FC236}">
                <a16:creationId xmlns:a16="http://schemas.microsoft.com/office/drawing/2014/main" id="{4D4E692F-772A-48C3-B7F5-DFA9C52DB3D8}"/>
              </a:ext>
            </a:extLst>
          </p:cNvPr>
          <p:cNvSpPr>
            <a:spLocks noGrp="1"/>
          </p:cNvSpPr>
          <p:nvPr/>
        </p:nvSpPr>
        <p:spPr>
          <a:xfrm>
            <a:off x="1843105"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a:ext uri="{FF2B5EF4-FFF2-40B4-BE49-F238E27FC236}">
                <a16:creationId xmlns:a16="http://schemas.microsoft.com/office/drawing/2014/main" id="{00375B53-89A5-4B13-9B85-92BF41485641}"/>
              </a:ext>
            </a:extLst>
          </p:cNvPr>
          <p:cNvSpPr>
            <a:spLocks noGrp="1"/>
          </p:cNvSpPr>
          <p:nvPr/>
        </p:nvSpPr>
        <p:spPr>
          <a:xfrm>
            <a:off x="137507"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a:ext uri="{FF2B5EF4-FFF2-40B4-BE49-F238E27FC236}">
                <a16:creationId xmlns:a16="http://schemas.microsoft.com/office/drawing/2014/main" id="{813A41FF-9DF7-4115-B365-72A290DA0639}"/>
              </a:ext>
            </a:extLst>
          </p:cNvPr>
          <p:cNvSpPr>
            <a:spLocks noGrp="1"/>
          </p:cNvSpPr>
          <p:nvPr/>
        </p:nvSpPr>
        <p:spPr>
          <a:xfrm>
            <a:off x="9903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a:ext uri="{FF2B5EF4-FFF2-40B4-BE49-F238E27FC236}">
                <a16:creationId xmlns:a16="http://schemas.microsoft.com/office/drawing/2014/main" id="{8575CC6F-4346-48F6-8E8F-7BA7CF11E1E0}"/>
              </a:ext>
            </a:extLst>
          </p:cNvPr>
          <p:cNvSpPr>
            <a:spLocks noGrp="1"/>
          </p:cNvSpPr>
          <p:nvPr/>
        </p:nvSpPr>
        <p:spPr>
          <a:xfrm>
            <a:off x="5639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a:ext uri="{FF2B5EF4-FFF2-40B4-BE49-F238E27FC236}">
                <a16:creationId xmlns:a16="http://schemas.microsoft.com/office/drawing/2014/main" id="{1AF2C3AB-9733-44F9-9C20-A508BCB317BD}"/>
              </a:ext>
            </a:extLst>
          </p:cNvPr>
          <p:cNvSpPr>
            <a:spLocks noGrp="1"/>
          </p:cNvSpPr>
          <p:nvPr/>
        </p:nvSpPr>
        <p:spPr>
          <a:xfrm>
            <a:off x="14167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a:ext uri="{FF2B5EF4-FFF2-40B4-BE49-F238E27FC236}">
                <a16:creationId xmlns:a16="http://schemas.microsoft.com/office/drawing/2014/main" id="{14C5C638-E585-4A67-A7CC-F20C33B33C6F}"/>
              </a:ext>
            </a:extLst>
          </p:cNvPr>
          <p:cNvSpPr>
            <a:spLocks noGrp="1"/>
          </p:cNvSpPr>
          <p:nvPr/>
        </p:nvSpPr>
        <p:spPr>
          <a:xfrm>
            <a:off x="1843105"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a:ext uri="{FF2B5EF4-FFF2-40B4-BE49-F238E27FC236}">
                <a16:creationId xmlns:a16="http://schemas.microsoft.com/office/drawing/2014/main" id="{F1333136-F1A8-4260-92BE-552F2B7CB04F}"/>
              </a:ext>
            </a:extLst>
          </p:cNvPr>
          <p:cNvSpPr>
            <a:spLocks noGrp="1"/>
          </p:cNvSpPr>
          <p:nvPr/>
        </p:nvSpPr>
        <p:spPr>
          <a:xfrm>
            <a:off x="134284" y="4785593"/>
            <a:ext cx="1357206" cy="230832"/>
          </a:xfrm>
          <a:prstGeom prst="rect">
            <a:avLst/>
          </a:prstGeom>
          <a:ln w="3175"/>
        </p:spPr>
        <p:txBody>
          <a:bodyPr wrap="square" lIns="38100" tIns="38100" rIns="38100" bIns="38100" anchor="ctr">
            <a:spAutoFit/>
          </a:bodyPr>
          <a:lstStyle>
            <a:lvl1pPr algn="l">
              <a:buNone/>
              <a:defRPr sz="2000" b="0" spc="100">
                <a:solidFill>
                  <a:srgbClr val="FFFFFF"/>
                </a:solidFill>
                <a:latin typeface="Futura"/>
                <a:ea typeface="Futura"/>
                <a:cs typeface="Futura"/>
              </a:defRPr>
            </a:lvl1pPr>
          </a:lstStyle>
          <a:p>
            <a:r>
              <a:rPr sz="1000">
                <a:latin typeface="Arial"/>
                <a:ea typeface="Arial"/>
                <a:cs typeface="Arial"/>
              </a:rPr>
              <a:t>Social Network</a:t>
            </a:r>
          </a:p>
        </p:txBody>
      </p:sp>
      <p:sp>
        <p:nvSpPr>
          <p:cNvPr id="120" name="Rechteck">
            <a:extLst>
              <a:ext uri="{FF2B5EF4-FFF2-40B4-BE49-F238E27FC236}">
                <a16:creationId xmlns:a16="http://schemas.microsoft.com/office/drawing/2014/main" id="{82877763-BFF5-457A-A6AF-6232ABA92FB1}"/>
              </a:ext>
            </a:extLst>
          </p:cNvPr>
          <p:cNvSpPr>
            <a:spLocks noGrp="1"/>
          </p:cNvSpPr>
          <p:nvPr/>
        </p:nvSpPr>
        <p:spPr>
          <a:xfrm>
            <a:off x="137507"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a:ext uri="{FF2B5EF4-FFF2-40B4-BE49-F238E27FC236}">
                <a16:creationId xmlns:a16="http://schemas.microsoft.com/office/drawing/2014/main" id="{8A2CD27C-2697-411B-8B68-CA001240C03D}"/>
              </a:ext>
            </a:extLst>
          </p:cNvPr>
          <p:cNvSpPr>
            <a:spLocks noGrp="1"/>
          </p:cNvSpPr>
          <p:nvPr/>
        </p:nvSpPr>
        <p:spPr>
          <a:xfrm>
            <a:off x="990305"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a:ext uri="{FF2B5EF4-FFF2-40B4-BE49-F238E27FC236}">
                <a16:creationId xmlns:a16="http://schemas.microsoft.com/office/drawing/2014/main" id="{993DFD79-B749-439C-AB0E-7D54E7EA0F1D}"/>
              </a:ext>
            </a:extLst>
          </p:cNvPr>
          <p:cNvSpPr>
            <a:spLocks noGrp="1"/>
          </p:cNvSpPr>
          <p:nvPr/>
        </p:nvSpPr>
        <p:spPr>
          <a:xfrm>
            <a:off x="5639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a:ext uri="{FF2B5EF4-FFF2-40B4-BE49-F238E27FC236}">
                <a16:creationId xmlns:a16="http://schemas.microsoft.com/office/drawing/2014/main" id="{8AEFA1C4-374D-414C-835E-795152424B48}"/>
              </a:ext>
            </a:extLst>
          </p:cNvPr>
          <p:cNvSpPr>
            <a:spLocks noGrp="1"/>
          </p:cNvSpPr>
          <p:nvPr/>
        </p:nvSpPr>
        <p:spPr>
          <a:xfrm>
            <a:off x="1416706"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a:ext uri="{FF2B5EF4-FFF2-40B4-BE49-F238E27FC236}">
                <a16:creationId xmlns:a16="http://schemas.microsoft.com/office/drawing/2014/main" id="{F213A40E-63A3-4EFA-9928-B064883278CA}"/>
              </a:ext>
            </a:extLst>
          </p:cNvPr>
          <p:cNvSpPr>
            <a:spLocks noGrp="1"/>
          </p:cNvSpPr>
          <p:nvPr/>
        </p:nvSpPr>
        <p:spPr>
          <a:xfrm>
            <a:off x="18431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a:ext uri="{FF2B5EF4-FFF2-40B4-BE49-F238E27FC236}">
                <a16:creationId xmlns:a16="http://schemas.microsoft.com/office/drawing/2014/main" id="{FB0FBFAF-C580-4C89-ACB6-131CCB98D2F8}"/>
              </a:ext>
            </a:extLst>
          </p:cNvPr>
          <p:cNvSpPr>
            <a:spLocks noGrp="1"/>
          </p:cNvSpPr>
          <p:nvPr/>
        </p:nvSpPr>
        <p:spPr>
          <a:xfrm>
            <a:off x="-19028" y="1474705"/>
            <a:ext cx="2526008" cy="812514"/>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126" name="Alter">
            <a:extLst>
              <a:ext uri="{FF2B5EF4-FFF2-40B4-BE49-F238E27FC236}">
                <a16:creationId xmlns:a16="http://schemas.microsoft.com/office/drawing/2014/main" id="{82D282F1-200E-47BC-AE96-45EF9528BF33}"/>
              </a:ext>
            </a:extLst>
          </p:cNvPr>
          <p:cNvSpPr>
            <a:spLocks noGrp="1"/>
          </p:cNvSpPr>
          <p:nvPr/>
        </p:nvSpPr>
        <p:spPr>
          <a:xfrm>
            <a:off x="55659" y="1404614"/>
            <a:ext cx="901180" cy="384721"/>
          </a:xfrm>
          <a:prstGeom prst="rect">
            <a:avLst/>
          </a:prstGeom>
          <a:ln w="3175"/>
        </p:spPr>
        <p:txBody>
          <a:bodyPr wrap="square" lIns="38100" tIns="38100" rIns="38100" bIns="38100" anchor="ctr">
            <a:spAutoFit/>
          </a:bodyPr>
          <a:lstStyle>
            <a:lvl1pPr algn="l">
              <a:buNone/>
              <a:defRPr sz="1500" b="0" spc="75">
                <a:solidFill>
                  <a:srgbClr val="FFFFFF"/>
                </a:solidFill>
                <a:latin typeface="Futura"/>
                <a:ea typeface="Futura"/>
                <a:cs typeface="Futura"/>
              </a:defRPr>
            </a:lvl1pPr>
          </a:lstStyle>
          <a:p>
            <a:r>
              <a:rPr lang="de-CH" sz="2000" dirty="0">
                <a:latin typeface="Arial"/>
                <a:ea typeface="Arial"/>
                <a:cs typeface="Arial"/>
              </a:rPr>
              <a:t>Marco</a:t>
            </a:r>
            <a:endParaRPr sz="2000" dirty="0">
              <a:latin typeface="Arial"/>
              <a:ea typeface="Arial"/>
              <a:cs typeface="Arial"/>
            </a:endParaRPr>
          </a:p>
        </p:txBody>
      </p:sp>
      <p:sp>
        <p:nvSpPr>
          <p:cNvPr id="127" name="Alter">
            <a:extLst>
              <a:ext uri="{FF2B5EF4-FFF2-40B4-BE49-F238E27FC236}">
                <a16:creationId xmlns:a16="http://schemas.microsoft.com/office/drawing/2014/main" id="{11BB9D78-05FB-4E72-84FD-82AEFE511AA8}"/>
              </a:ext>
            </a:extLst>
          </p:cNvPr>
          <p:cNvSpPr>
            <a:spLocks noGrp="1"/>
          </p:cNvSpPr>
          <p:nvPr/>
        </p:nvSpPr>
        <p:spPr>
          <a:xfrm>
            <a:off x="89889" y="1759313"/>
            <a:ext cx="827150"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lang="de-CH" sz="1200" dirty="0">
                <a:latin typeface="Arial"/>
                <a:ea typeface="Arial"/>
                <a:cs typeface="Arial"/>
              </a:rPr>
              <a:t>Lagerist</a:t>
            </a:r>
            <a:endParaRPr sz="1200" dirty="0">
              <a:latin typeface="Arial"/>
              <a:ea typeface="Arial"/>
              <a:cs typeface="Arial"/>
            </a:endParaRPr>
          </a:p>
        </p:txBody>
      </p:sp>
      <p:sp>
        <p:nvSpPr>
          <p:cNvPr id="128" name="Alter">
            <a:extLst>
              <a:ext uri="{FF2B5EF4-FFF2-40B4-BE49-F238E27FC236}">
                <a16:creationId xmlns:a16="http://schemas.microsoft.com/office/drawing/2014/main" id="{64604045-0650-4147-8288-58A2687C8947}"/>
              </a:ext>
            </a:extLst>
          </p:cNvPr>
          <p:cNvSpPr>
            <a:spLocks noGrp="1"/>
          </p:cNvSpPr>
          <p:nvPr/>
        </p:nvSpPr>
        <p:spPr>
          <a:xfrm>
            <a:off x="96249" y="2025609"/>
            <a:ext cx="1181862"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lang="de-CH" sz="1200" dirty="0">
                <a:latin typeface="Arial"/>
                <a:ea typeface="Arial"/>
                <a:cs typeface="Arial"/>
              </a:rPr>
              <a:t>Logistiker</a:t>
            </a:r>
            <a:r>
              <a:rPr sz="1200" dirty="0">
                <a:latin typeface="Arial"/>
                <a:ea typeface="Arial"/>
                <a:cs typeface="Arial"/>
              </a:rPr>
              <a:t> EFZ</a:t>
            </a:r>
          </a:p>
        </p:txBody>
      </p:sp>
      <p:sp>
        <p:nvSpPr>
          <p:cNvPr id="129" name="Rechteck">
            <a:extLst>
              <a:ext uri="{FF2B5EF4-FFF2-40B4-BE49-F238E27FC236}">
                <a16:creationId xmlns:a16="http://schemas.microsoft.com/office/drawing/2014/main" id="{3F0810EF-5BC7-4BD1-8421-E11BF336FF35}"/>
              </a:ext>
            </a:extLst>
          </p:cNvPr>
          <p:cNvSpPr>
            <a:spLocks noGrp="1"/>
          </p:cNvSpPr>
          <p:nvPr/>
        </p:nvSpPr>
        <p:spPr>
          <a:xfrm>
            <a:off x="2565799" y="737110"/>
            <a:ext cx="4292201" cy="633325"/>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42" name="Alter">
            <a:extLst>
              <a:ext uri="{FF2B5EF4-FFF2-40B4-BE49-F238E27FC236}">
                <a16:creationId xmlns:a16="http://schemas.microsoft.com/office/drawing/2014/main" id="{E9D5841D-B961-4677-ADD2-ED747BCE5EF2}"/>
              </a:ext>
            </a:extLst>
          </p:cNvPr>
          <p:cNvSpPr>
            <a:spLocks noGrp="1"/>
          </p:cNvSpPr>
          <p:nvPr/>
        </p:nvSpPr>
        <p:spPr>
          <a:xfrm>
            <a:off x="2706928" y="955069"/>
            <a:ext cx="735779"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Alter: 31</a:t>
            </a:r>
            <a:endParaRPr sz="1200">
              <a:latin typeface="Arial"/>
              <a:ea typeface="Arial"/>
              <a:cs typeface="Arial"/>
            </a:endParaRPr>
          </a:p>
        </p:txBody>
      </p:sp>
      <p:sp>
        <p:nvSpPr>
          <p:cNvPr id="43" name="Wohnort">
            <a:extLst>
              <a:ext uri="{FF2B5EF4-FFF2-40B4-BE49-F238E27FC236}">
                <a16:creationId xmlns:a16="http://schemas.microsoft.com/office/drawing/2014/main" id="{B4B6DA3A-CE7A-4C1A-82F7-A06F4FEF286E}"/>
              </a:ext>
            </a:extLst>
          </p:cNvPr>
          <p:cNvSpPr>
            <a:spLocks noGrp="1"/>
          </p:cNvSpPr>
          <p:nvPr/>
        </p:nvSpPr>
        <p:spPr>
          <a:xfrm>
            <a:off x="3350000" y="955069"/>
            <a:ext cx="1526508"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Wohnort: Suhr</a:t>
            </a:r>
            <a:endParaRPr sz="1200">
              <a:latin typeface="Arial"/>
              <a:ea typeface="Arial"/>
              <a:cs typeface="Arial"/>
            </a:endParaRPr>
          </a:p>
        </p:txBody>
      </p:sp>
      <p:sp>
        <p:nvSpPr>
          <p:cNvPr id="44" name="Familienstatus">
            <a:extLst>
              <a:ext uri="{FF2B5EF4-FFF2-40B4-BE49-F238E27FC236}">
                <a16:creationId xmlns:a16="http://schemas.microsoft.com/office/drawing/2014/main" id="{0EAEA570-8D74-43FC-8C79-3B6AD5E1ABED}"/>
              </a:ext>
            </a:extLst>
          </p:cNvPr>
          <p:cNvSpPr>
            <a:spLocks noGrp="1"/>
          </p:cNvSpPr>
          <p:nvPr/>
        </p:nvSpPr>
        <p:spPr>
          <a:xfrm>
            <a:off x="4900000" y="955069"/>
            <a:ext cx="178895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dirty="0" err="1">
                <a:latin typeface="Arial"/>
                <a:ea typeface="Arial"/>
                <a:cs typeface="Arial"/>
              </a:rPr>
              <a:t>Familienstatus</a:t>
            </a:r>
            <a:r>
              <a:rPr sz="1000" dirty="0">
                <a:latin typeface="Arial"/>
                <a:ea typeface="Arial"/>
                <a:cs typeface="Arial"/>
              </a:rPr>
              <a:t>: </a:t>
            </a:r>
            <a:r>
              <a:rPr sz="1000" dirty="0" err="1">
                <a:latin typeface="Arial"/>
                <a:ea typeface="Arial"/>
                <a:cs typeface="Arial"/>
              </a:rPr>
              <a:t>Liiert</a:t>
            </a:r>
            <a:endParaRPr sz="1200" dirty="0">
              <a:latin typeface="Arial"/>
              <a:ea typeface="Arial"/>
              <a:cs typeface="Arial"/>
            </a:endParaRPr>
          </a:p>
        </p:txBody>
      </p:sp>
      <p:sp>
        <p:nvSpPr>
          <p:cNvPr id="130" name="Alter">
            <a:extLst>
              <a:ext uri="{FF2B5EF4-FFF2-40B4-BE49-F238E27FC236}">
                <a16:creationId xmlns:a16="http://schemas.microsoft.com/office/drawing/2014/main" id="{F5FC5F0C-C18F-4BAA-A0B3-F18DFEB8F87B}"/>
              </a:ext>
            </a:extLst>
          </p:cNvPr>
          <p:cNvSpPr>
            <a:spLocks noGrp="1"/>
          </p:cNvSpPr>
          <p:nvPr/>
        </p:nvSpPr>
        <p:spPr>
          <a:xfrm>
            <a:off x="1002651" y="1128820"/>
            <a:ext cx="370294"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dirty="0">
                <a:latin typeface="Arial"/>
                <a:ea typeface="Arial"/>
                <a:cs typeface="Arial"/>
              </a:rPr>
              <a:t>Bild</a:t>
            </a:r>
          </a:p>
        </p:txBody>
      </p:sp>
      <p:sp>
        <p:nvSpPr>
          <p:cNvPr id="133" name="Digitale Fähigkeiten">
            <a:extLst>
              <a:ext uri="{FF2B5EF4-FFF2-40B4-BE49-F238E27FC236}">
                <a16:creationId xmlns:a16="http://schemas.microsoft.com/office/drawing/2014/main" id="{95639156-22EA-4C71-9604-82EE6697CA59}"/>
              </a:ext>
            </a:extLst>
          </p:cNvPr>
          <p:cNvSpPr>
            <a:spLocks noGrp="1"/>
          </p:cNvSpPr>
          <p:nvPr/>
        </p:nvSpPr>
        <p:spPr>
          <a:xfrm>
            <a:off x="106044" y="3408655"/>
            <a:ext cx="19059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Digitale Fähigkeiten</a:t>
            </a:r>
          </a:p>
        </p:txBody>
      </p:sp>
      <p:sp>
        <p:nvSpPr>
          <p:cNvPr id="137" name="Digitale Fähigkeiten">
            <a:extLst>
              <a:ext uri="{FF2B5EF4-FFF2-40B4-BE49-F238E27FC236}">
                <a16:creationId xmlns:a16="http://schemas.microsoft.com/office/drawing/2014/main" id="{CC16A71D-C474-48D6-B981-443BBB56BFFC}"/>
              </a:ext>
            </a:extLst>
          </p:cNvPr>
          <p:cNvSpPr>
            <a:spLocks noGrp="1"/>
          </p:cNvSpPr>
          <p:nvPr/>
        </p:nvSpPr>
        <p:spPr>
          <a:xfrm>
            <a:off x="79877" y="5241816"/>
            <a:ext cx="13721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Persönlichkeit</a:t>
            </a:r>
          </a:p>
        </p:txBody>
      </p:sp>
      <p:sp>
        <p:nvSpPr>
          <p:cNvPr id="142" name="„Kurzbeschreibung in Form eines Zitats. Wie würde sich unsere Persona selbst beschreiben?“">
            <a:extLst>
              <a:ext uri="{FF2B5EF4-FFF2-40B4-BE49-F238E27FC236}">
                <a16:creationId xmlns:a16="http://schemas.microsoft.com/office/drawing/2014/main" id="{BBBCFEF8-EC0F-4D66-8148-8817A5F7ECFA}"/>
              </a:ext>
            </a:extLst>
          </p:cNvPr>
          <p:cNvSpPr>
            <a:spLocks noGrp="1"/>
          </p:cNvSpPr>
          <p:nvPr/>
        </p:nvSpPr>
        <p:spPr>
          <a:xfrm>
            <a:off x="2756202" y="158675"/>
            <a:ext cx="3887052" cy="446276"/>
          </a:xfrm>
          <a:prstGeom prst="rect">
            <a:avLst/>
          </a:prstGeom>
          <a:ln w="3175"/>
        </p:spPr>
        <p:txBody>
          <a:bodyPr wrap="square" lIns="38100" tIns="38100" rIns="38100" bIns="38100" anchor="ctr">
            <a:spAutoFit/>
          </a:bodyPr>
          <a:lstStyle>
            <a:lvl1pPr>
              <a:buNone/>
              <a:defRPr b="0">
                <a:latin typeface="Avenir Book Oblique"/>
                <a:ea typeface="Avenir Book Oblique"/>
                <a:cs typeface="Avenir Book Oblique"/>
              </a:defRPr>
            </a:lvl1pPr>
          </a:lstStyle>
          <a:p>
            <a:r>
              <a:rPr sz="1200">
                <a:latin typeface="Arial"/>
                <a:ea typeface="Arial"/>
                <a:cs typeface="Arial"/>
              </a:rPr>
              <a:t>„Zeig mir einfach, was es gibt – entscheiden tue ich dann spontan.“</a:t>
            </a:r>
          </a:p>
        </p:txBody>
      </p:sp>
      <p:sp>
        <p:nvSpPr>
          <p:cNvPr id="146" name="Szenario/Bio">
            <a:extLst>
              <a:ext uri="{FF2B5EF4-FFF2-40B4-BE49-F238E27FC236}">
                <a16:creationId xmlns:a16="http://schemas.microsoft.com/office/drawing/2014/main" id="{2EA78725-E414-45A0-B0B0-77706EA3C96E}"/>
              </a:ext>
            </a:extLst>
          </p:cNvPr>
          <p:cNvSpPr>
            <a:spLocks noGrp="1"/>
          </p:cNvSpPr>
          <p:nvPr/>
        </p:nvSpPr>
        <p:spPr>
          <a:xfrm>
            <a:off x="2715106" y="1356198"/>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2A108906-8453-449A-9AC4-F3A016E1F1C2}"/>
              </a:ext>
            </a:extLst>
          </p:cNvPr>
          <p:cNvSpPr>
            <a:spLocks noGrp="1"/>
          </p:cNvSpPr>
          <p:nvPr/>
        </p:nvSpPr>
        <p:spPr>
          <a:xfrm>
            <a:off x="2723544" y="1552787"/>
            <a:ext cx="3896179" cy="13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Marco arbeitet im Schichtbetrieb und spielt abends 20 Minuten am Handy. Er bleibt selten beim gleichen Spiel und wechselt, sobald eine Runde nicht läuft.</a:t>
            </a:r>
            <a:endParaRPr sz="1200">
              <a:latin typeface="Arial"/>
              <a:ea typeface="Arial"/>
              <a:cs typeface="Arial"/>
            </a:endParaRPr>
          </a:p>
        </p:txBody>
      </p:sp>
      <p:pic>
        <p:nvPicPr>
          <p:cNvPr id="294" name="Grafik 160"/>
          <p:cNvPicPr>
            <a:picLocks noChangeAspect="1"/>
          </p:cNvPicPr>
          <p:nvPr/>
        </p:nvPicPr>
        <p:blipFill>
          <a:blip r:embed="rId13"/>
          <a:stretch>
            <a:fillRect/>
          </a:stretch>
        </p:blipFill>
        <p:spPr>
          <a:xfrm>
            <a:off x="199459" y="7886105"/>
            <a:ext cx="361188" cy="361188"/>
          </a:xfrm>
          <a:prstGeom prst="rect">
            <a:avLst/>
          </a:prstGeom>
        </p:spPr>
      </p:pic>
      <p:pic>
        <p:nvPicPr>
          <p:cNvPr id="295" name="Grafik 168"/>
          <p:cNvPicPr>
            <a:picLocks noChangeAspect="1"/>
          </p:cNvPicPr>
          <p:nvPr/>
        </p:nvPicPr>
        <p:blipFill>
          <a:blip r:embed="rId14"/>
          <a:stretch>
            <a:fillRect/>
          </a:stretch>
        </p:blipFill>
        <p:spPr>
          <a:xfrm>
            <a:off x="598262" y="7876712"/>
            <a:ext cx="361188" cy="361188"/>
          </a:xfrm>
          <a:prstGeom prst="rect">
            <a:avLst/>
          </a:prstGeom>
        </p:spPr>
      </p:pic>
      <p:sp>
        <p:nvSpPr>
          <p:cNvPr id="170" name="Digitale Fähigkeiten">
            <a:extLst>
              <a:ext uri="{FF2B5EF4-FFF2-40B4-BE49-F238E27FC236}">
                <a16:creationId xmlns:a16="http://schemas.microsoft.com/office/drawing/2014/main" id="{821DEF16-F116-4C22-BE2F-DF356BBE6A40}"/>
              </a:ext>
            </a:extLst>
          </p:cNvPr>
          <p:cNvSpPr>
            <a:spLocks noGrp="1"/>
          </p:cNvSpPr>
          <p:nvPr/>
        </p:nvSpPr>
        <p:spPr>
          <a:xfrm>
            <a:off x="100171" y="2325718"/>
            <a:ext cx="1172757"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dirty="0">
                <a:latin typeface="Arial"/>
                <a:ea typeface="Arial"/>
                <a:cs typeface="Arial"/>
              </a:rPr>
              <a:t>Technologie</a:t>
            </a:r>
          </a:p>
        </p:txBody>
      </p:sp>
      <p:pic>
        <p:nvPicPr>
          <p:cNvPr id="297" name="Grafik 175"/>
          <p:cNvPicPr>
            <a:picLocks noChangeAspect="1"/>
          </p:cNvPicPr>
          <p:nvPr/>
        </p:nvPicPr>
        <p:blipFill>
          <a:blip r:embed="rId15"/>
          <a:stretch>
            <a:fillRect/>
          </a:stretch>
        </p:blipFill>
        <p:spPr>
          <a:xfrm>
            <a:off x="162886" y="2982875"/>
            <a:ext cx="361188" cy="361188"/>
          </a:xfrm>
          <a:prstGeom prst="rect">
            <a:avLst/>
          </a:prstGeom>
        </p:spPr>
      </p:pic>
      <p:pic>
        <p:nvPicPr>
          <p:cNvPr id="298" name="Grafik 176"/>
          <p:cNvPicPr>
            <a:picLocks noChangeAspect="1"/>
          </p:cNvPicPr>
          <p:nvPr/>
        </p:nvPicPr>
        <p:blipFill>
          <a:blip r:embed="rId16"/>
          <a:stretch>
            <a:fillRect/>
          </a:stretch>
        </p:blipFill>
        <p:spPr>
          <a:xfrm>
            <a:off x="682382" y="2972196"/>
            <a:ext cx="361188" cy="361188"/>
          </a:xfrm>
          <a:prstGeom prst="rect">
            <a:avLst/>
          </a:prstGeom>
        </p:spPr>
      </p:pic>
      <p:sp>
        <p:nvSpPr>
          <p:cNvPr id="178" name="Digitale Fähigkeiten">
            <a:extLst>
              <a:ext uri="{FF2B5EF4-FFF2-40B4-BE49-F238E27FC236}">
                <a16:creationId xmlns:a16="http://schemas.microsoft.com/office/drawing/2014/main" id="{82A58D85-42C8-48A9-A00B-31BE53B3F5C8}"/>
              </a:ext>
            </a:extLst>
          </p:cNvPr>
          <p:cNvSpPr>
            <a:spLocks noGrp="1"/>
          </p:cNvSpPr>
          <p:nvPr/>
        </p:nvSpPr>
        <p:spPr>
          <a:xfrm>
            <a:off x="136006" y="7552259"/>
            <a:ext cx="823944"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Browser</a:t>
            </a:r>
          </a:p>
        </p:txBody>
      </p:sp>
      <p:sp>
        <p:nvSpPr>
          <p:cNvPr id="179" name="Digitale Fähigkeiten">
            <a:extLst>
              <a:ext uri="{FF2B5EF4-FFF2-40B4-BE49-F238E27FC236}">
                <a16:creationId xmlns:a16="http://schemas.microsoft.com/office/drawing/2014/main" id="{656CB1C1-874D-46D5-BD82-E2CBE1600F4C}"/>
              </a:ext>
            </a:extLst>
          </p:cNvPr>
          <p:cNvSpPr>
            <a:spLocks noGrp="1"/>
          </p:cNvSpPr>
          <p:nvPr/>
        </p:nvSpPr>
        <p:spPr>
          <a:xfrm>
            <a:off x="128032" y="8343964"/>
            <a:ext cx="1263166"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Appsnutzung</a:t>
            </a:r>
          </a:p>
        </p:txBody>
      </p:sp>
      <p:sp>
        <p:nvSpPr>
          <p:cNvPr id="8" name="Szenario/Bio">
            <a:extLst>
              <a:ext uri="{FF2B5EF4-FFF2-40B4-BE49-F238E27FC236}">
                <a16:creationId xmlns:a16="http://schemas.microsoft.com/office/drawing/2014/main" id="{A18CC650-64E9-CE9D-B2CD-B8F23CF1DA62}"/>
              </a:ext>
            </a:extLst>
          </p:cNvPr>
          <p:cNvSpPr>
            <a:spLocks noGrp="1"/>
          </p:cNvSpPr>
          <p:nvPr/>
        </p:nvSpPr>
        <p:spPr>
          <a:xfrm>
            <a:off x="2702384" y="286040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347DC844-66C0-EE16-5FCD-082025B9AAED}"/>
              </a:ext>
            </a:extLst>
          </p:cNvPr>
          <p:cNvSpPr>
            <a:spLocks noGrp="1"/>
          </p:cNvSpPr>
          <p:nvPr/>
        </p:nvSpPr>
        <p:spPr>
          <a:xfrm>
            <a:off x="2723544" y="3071774"/>
            <a:ext cx="3896179" cy="9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Er will alle verfügbaren Spiele auf einen Blick sehen, schnell wählen und nach einer Runde ohne Umwege zurück zur Auswahl kommen.</a:t>
            </a:r>
            <a:endParaRPr sz="1200">
              <a:latin typeface="Arial"/>
              <a:ea typeface="Arial"/>
              <a:cs typeface="Arial"/>
            </a:endParaRPr>
          </a:p>
        </p:txBody>
      </p:sp>
      <p:sp>
        <p:nvSpPr>
          <p:cNvPr id="16" name="Szenario/Bio">
            <a:extLst>
              <a:ext uri="{FF2B5EF4-FFF2-40B4-BE49-F238E27FC236}">
                <a16:creationId xmlns:a16="http://schemas.microsoft.com/office/drawing/2014/main" id="{2C80E7B7-AAB0-10EE-3ACB-A3C87E2227E7}"/>
              </a:ext>
            </a:extLst>
          </p:cNvPr>
          <p:cNvSpPr>
            <a:spLocks noGrp="1"/>
          </p:cNvSpPr>
          <p:nvPr/>
        </p:nvSpPr>
        <p:spPr>
          <a:xfrm>
            <a:off x="2702383" y="547165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Anforderungen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D402C09C-E8A7-5E55-4333-E50D4A51CDE6}"/>
              </a:ext>
            </a:extLst>
          </p:cNvPr>
          <p:cNvSpPr>
            <a:spLocks noGrp="1"/>
          </p:cNvSpPr>
          <p:nvPr/>
        </p:nvSpPr>
        <p:spPr>
          <a:xfrm>
            <a:off x="2747075" y="5764040"/>
            <a:ext cx="3896179" cy="30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000">
                <a:latin typeface="Arial"/>
                <a:ea typeface="Arial"/>
                <a:cs typeface="Arial"/>
              </a:rPr>
              <a:t>US-002: Als Spieler möchte ich im Hauptmenü zwischen den verfügbaren Spielen wählen, damit ich das Spiel mit den für mich besten Chancen spielen kann.
Akzeptanz: Alle registrierten Spiele werden gelistet; ungültige Eingaben werden abgewiesen; bei 0 Jetons wird der Start blockiert.</a:t>
            </a:r>
            <a:endParaRPr sz="1200">
              <a:latin typeface="Arial"/>
              <a:ea typeface="Arial"/>
              <a:cs typeface="Arial"/>
            </a:endParaRPr>
          </a:p>
        </p:txBody>
      </p:sp>
      <p:pic>
        <p:nvPicPr>
          <p:cNvPr id="3" name="Grafik 2">
            <a:extLst>
              <a:ext uri="{FF2B5EF4-FFF2-40B4-BE49-F238E27FC236}">
                <a16:creationId xmlns:a16="http://schemas.microsoft.com/office/drawing/2014/main" id="{3E497655-4A17-4D43-EB62-A6B2F57D5AC4}"/>
              </a:ext>
            </a:extLst>
          </p:cNvPr>
          <p:cNvPicPr>
            <a:picLocks noChangeAspect="1"/>
          </p:cNvPicPr>
          <p:nvPr/>
        </p:nvPicPr>
        <p:blipFill>
          <a:blip r:embed="rId17"/>
          <a:stretch>
            <a:fillRect/>
          </a:stretch>
        </p:blipFill>
        <p:spPr>
          <a:xfrm>
            <a:off x="449053" y="-397425"/>
            <a:ext cx="1538683" cy="1892299"/>
          </a:xfrm>
          <a:prstGeom prst="rect">
            <a:avLst/>
          </a:prstGeom>
        </p:spPr>
      </p:pic>
    </p:spTree>
    <p:extLst>
      <p:ext uri="{BB962C8B-B14F-4D97-AF65-F5344CB8AC3E}">
        <p14:creationId xmlns:p14="http://schemas.microsoft.com/office/powerpoint/2010/main" val="4018722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a:extLst>
              <a:ext uri="{FF2B5EF4-FFF2-40B4-BE49-F238E27FC236}">
                <a16:creationId xmlns:a16="http://schemas.microsoft.com/office/drawing/2014/main" id="{21AA5DBD-B2C7-405C-8A3E-D9133923CDA8}"/>
              </a:ext>
            </a:extLst>
          </p:cNvPr>
          <p:cNvSpPr>
            <a:spLocks noGrp="1"/>
          </p:cNvSpPr>
          <p:nvPr/>
        </p:nvSpPr>
        <p:spPr>
          <a:xfrm>
            <a:off x="-35771" y="7451"/>
            <a:ext cx="2424688" cy="9906000"/>
          </a:xfrm>
          <a:prstGeom prst="rect">
            <a:avLst/>
          </a:prstGeom>
          <a:solidFill>
            <a:srgbClr val="3399FF"/>
          </a:solidFill>
          <a:ln w="3175"/>
        </p:spPr>
        <p:txBody>
          <a:bodyPr lIns="38100" tIns="38100" rIns="38100" bIns="38100" anchor="ctr"/>
          <a:lstStyle/>
          <a:p>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a:ext uri="{FF2B5EF4-FFF2-40B4-BE49-F238E27FC236}">
                <a16:creationId xmlns:a16="http://schemas.microsoft.com/office/drawing/2014/main" id="{6BD9946B-7A65-4B0F-A0FB-E8CC35677CB9}"/>
              </a:ext>
            </a:extLst>
          </p:cNvPr>
          <p:cNvSpPr>
            <a:spLocks noGrp="1"/>
          </p:cNvSpPr>
          <p:nvPr/>
        </p:nvSpPr>
        <p:spPr>
          <a:xfrm>
            <a:off x="565455" y="70231"/>
            <a:ext cx="1340086" cy="1340086"/>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9" name="Grafik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266" y="485943"/>
            <a:ext cx="701888" cy="701888"/>
          </a:xfrm>
          <a:prstGeom prst="rect">
            <a:avLst/>
          </a:prstGeom>
        </p:spPr>
      </p:pic>
      <p:pic>
        <p:nvPicPr>
          <p:cNvPr id="200" name="Grafik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464" y="485944"/>
            <a:ext cx="701888" cy="701888"/>
          </a:xfrm>
          <a:prstGeom prst="rect">
            <a:avLst/>
          </a:prstGeom>
        </p:spPr>
      </p:pic>
      <p:pic>
        <p:nvPicPr>
          <p:cNvPr id="201" name="Grafik 14"/>
          <p:cNvPicPr>
            <a:picLocks noChangeAspect="1"/>
          </p:cNvPicPr>
          <p:nvPr/>
        </p:nvPicPr>
        <p:blipFill>
          <a:blip r:embed="rId4"/>
          <a:stretch>
            <a:fillRect/>
          </a:stretch>
        </p:blipFill>
        <p:spPr>
          <a:xfrm>
            <a:off x="696445" y="2643818"/>
            <a:ext cx="336384" cy="336384"/>
          </a:xfrm>
          <a:prstGeom prst="rect">
            <a:avLst/>
          </a:prstGeom>
        </p:spPr>
      </p:pic>
      <p:pic>
        <p:nvPicPr>
          <p:cNvPr id="202" name="Grafik 16"/>
          <p:cNvPicPr>
            <a:picLocks noChangeAspect="1"/>
          </p:cNvPicPr>
          <p:nvPr/>
        </p:nvPicPr>
        <p:blipFill>
          <a:blip r:embed="rId5"/>
          <a:stretch>
            <a:fillRect/>
          </a:stretch>
        </p:blipFill>
        <p:spPr>
          <a:xfrm>
            <a:off x="214066" y="8627364"/>
            <a:ext cx="265742" cy="265742"/>
          </a:xfrm>
          <a:prstGeom prst="rect">
            <a:avLst/>
          </a:prstGeom>
        </p:spPr>
      </p:pic>
      <p:pic>
        <p:nvPicPr>
          <p:cNvPr id="203" name="Grafik 18"/>
          <p:cNvPicPr>
            <a:picLocks noChangeAspect="1"/>
          </p:cNvPicPr>
          <p:nvPr/>
        </p:nvPicPr>
        <p:blipFill>
          <a:blip r:embed="rId6"/>
          <a:stretch>
            <a:fillRect/>
          </a:stretch>
        </p:blipFill>
        <p:spPr>
          <a:xfrm>
            <a:off x="587532" y="8627364"/>
            <a:ext cx="265742" cy="265742"/>
          </a:xfrm>
          <a:prstGeom prst="rect">
            <a:avLst/>
          </a:prstGeom>
        </p:spPr>
      </p:pic>
      <p:pic>
        <p:nvPicPr>
          <p:cNvPr id="204" name="Grafik 20"/>
          <p:cNvPicPr>
            <a:picLocks noChangeAspect="1"/>
          </p:cNvPicPr>
          <p:nvPr/>
        </p:nvPicPr>
        <p:blipFill>
          <a:blip r:embed="rId7"/>
          <a:stretch>
            <a:fillRect/>
          </a:stretch>
        </p:blipFill>
        <p:spPr>
          <a:xfrm>
            <a:off x="989085" y="8607554"/>
            <a:ext cx="265742" cy="265742"/>
          </a:xfrm>
          <a:prstGeom prst="rect">
            <a:avLst/>
          </a:prstGeom>
        </p:spPr>
      </p:pic>
      <p:pic>
        <p:nvPicPr>
          <p:cNvPr id="205" name="Grafik 22"/>
          <p:cNvPicPr>
            <a:picLocks noChangeAspect="1"/>
          </p:cNvPicPr>
          <p:nvPr/>
        </p:nvPicPr>
        <p:blipFill>
          <a:blip r:embed="rId8"/>
          <a:stretch>
            <a:fillRect/>
          </a:stretch>
        </p:blipFill>
        <p:spPr>
          <a:xfrm>
            <a:off x="192676" y="9197885"/>
            <a:ext cx="265742" cy="265742"/>
          </a:xfrm>
          <a:prstGeom prst="rect">
            <a:avLst/>
          </a:prstGeom>
        </p:spPr>
      </p:pic>
      <p:pic>
        <p:nvPicPr>
          <p:cNvPr id="206" name="Grafik 24"/>
          <p:cNvPicPr>
            <a:picLocks noChangeAspect="1"/>
          </p:cNvPicPr>
          <p:nvPr/>
        </p:nvPicPr>
        <p:blipFill>
          <a:blip r:embed="rId9"/>
          <a:stretch>
            <a:fillRect/>
          </a:stretch>
        </p:blipFill>
        <p:spPr>
          <a:xfrm>
            <a:off x="557675" y="9209255"/>
            <a:ext cx="265742" cy="265742"/>
          </a:xfrm>
          <a:prstGeom prst="rect">
            <a:avLst/>
          </a:prstGeom>
        </p:spPr>
      </p:pic>
      <p:pic>
        <p:nvPicPr>
          <p:cNvPr id="207" name="Grafik 26"/>
          <p:cNvPicPr>
            <a:picLocks noChangeAspect="1"/>
          </p:cNvPicPr>
          <p:nvPr/>
        </p:nvPicPr>
        <p:blipFill>
          <a:blip r:embed="rId10"/>
          <a:stretch>
            <a:fillRect/>
          </a:stretch>
        </p:blipFill>
        <p:spPr>
          <a:xfrm>
            <a:off x="157117" y="2643818"/>
            <a:ext cx="336384" cy="336384"/>
          </a:xfrm>
          <a:prstGeom prst="rect">
            <a:avLst/>
          </a:prstGeom>
        </p:spPr>
      </p:pic>
      <p:sp>
        <p:nvSpPr>
          <p:cNvPr id="28" name="Rechteck">
            <a:extLst>
              <a:ext uri="{FF2B5EF4-FFF2-40B4-BE49-F238E27FC236}">
                <a16:creationId xmlns:a16="http://schemas.microsoft.com/office/drawing/2014/main" id="{4750C0A6-490D-4A49-8A18-E73489E56FE9}"/>
              </a:ext>
            </a:extLst>
          </p:cNvPr>
          <p:cNvSpPr>
            <a:spLocks noGrp="1"/>
          </p:cNvSpPr>
          <p:nvPr/>
        </p:nvSpPr>
        <p:spPr>
          <a:xfrm>
            <a:off x="2418199" y="0"/>
            <a:ext cx="147600" cy="9663113"/>
          </a:xfrm>
          <a:prstGeom prst="rect">
            <a:avLst/>
          </a:prstGeom>
          <a:solidFill>
            <a:srgbClr val="92E2FF"/>
          </a:solidFill>
          <a:ln w="3175"/>
        </p:spPr>
        <p:txBody>
          <a:bodyPr lIns="38100" tIns="38100" rIns="38100" bIns="38100" anchor="ctr"/>
          <a:lstStyle/>
          <a:p>
            <a:endParaRPr sz="2800">
              <a:solidFill>
                <a:srgbClr val="FFFFFF"/>
              </a:solidFill>
            </a:endParaRPr>
          </a:p>
        </p:txBody>
      </p:sp>
      <p:sp>
        <p:nvSpPr>
          <p:cNvPr id="30" name="Rechtwinkliges Dreieck 29">
            <a:extLst>
              <a:ext uri="{FF2B5EF4-FFF2-40B4-BE49-F238E27FC236}">
                <a16:creationId xmlns:a16="http://schemas.microsoft.com/office/drawing/2014/main" id="{F58D6FA0-8034-4CC5-8929-30729B0E12D2}"/>
              </a:ext>
            </a:extLst>
          </p:cNvPr>
          <p:cNvSpPr>
            <a:spLocks noGrp="1"/>
          </p:cNvSpPr>
          <p:nvPr/>
        </p:nvSpPr>
        <p:spPr>
          <a:xfrm rot="5400000">
            <a:off x="2372044" y="9709270"/>
            <a:ext cx="239910" cy="147600"/>
          </a:xfrm>
          <a:prstGeom prst="rtTriangle">
            <a:avLst/>
          </a:prstGeom>
          <a:solidFill>
            <a:srgbClr val="92E2FF"/>
          </a:solidFill>
          <a:ln w="3175"/>
        </p:spPr>
        <p:txBody>
          <a:bodyPr lIns="38100" tIns="38100" rIns="38100" bIns="38100" anchor="ctr"/>
          <a:lstStyle/>
          <a:p>
            <a:endParaRPr sz="2800">
              <a:solidFill>
                <a:srgbClr val="FFFFFF"/>
              </a:solidFill>
            </a:endParaRPr>
          </a:p>
        </p:txBody>
      </p:sp>
      <p:pic>
        <p:nvPicPr>
          <p:cNvPr id="210" name="Grafik 38"/>
          <p:cNvPicPr>
            <a:picLocks noChangeAspect="1"/>
          </p:cNvPicPr>
          <p:nvPr/>
        </p:nvPicPr>
        <p:blipFill>
          <a:blip r:embed="rId11"/>
          <a:stretch>
            <a:fillRect/>
          </a:stretch>
        </p:blipFill>
        <p:spPr>
          <a:xfrm>
            <a:off x="1426017" y="8616954"/>
            <a:ext cx="265742" cy="265742"/>
          </a:xfrm>
          <a:prstGeom prst="rect">
            <a:avLst/>
          </a:prstGeom>
        </p:spPr>
      </p:pic>
      <p:pic>
        <p:nvPicPr>
          <p:cNvPr id="211" name="Grafik 40"/>
          <p:cNvPicPr>
            <a:picLocks noChangeAspect="1"/>
          </p:cNvPicPr>
          <p:nvPr/>
        </p:nvPicPr>
        <p:blipFill>
          <a:blip r:embed="rId12"/>
          <a:stretch>
            <a:fillRect/>
          </a:stretch>
        </p:blipFill>
        <p:spPr>
          <a:xfrm>
            <a:off x="961029" y="9197885"/>
            <a:ext cx="265742" cy="265742"/>
          </a:xfrm>
          <a:prstGeom prst="rect">
            <a:avLst/>
          </a:prstGeom>
        </p:spPr>
      </p:pic>
      <p:sp>
        <p:nvSpPr>
          <p:cNvPr id="46" name="40%">
            <a:extLst>
              <a:ext uri="{FF2B5EF4-FFF2-40B4-BE49-F238E27FC236}">
                <a16:creationId xmlns:a16="http://schemas.microsoft.com/office/drawing/2014/main" id="{B105F850-775B-4953-9FDA-6173836F405B}"/>
              </a:ext>
            </a:extLst>
          </p:cNvPr>
          <p:cNvSpPr>
            <a:spLocks noGrp="1"/>
          </p:cNvSpPr>
          <p:nvPr/>
        </p:nvSpPr>
        <p:spPr>
          <a:xfrm>
            <a:off x="141795"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47" name="5%">
            <a:extLst>
              <a:ext uri="{FF2B5EF4-FFF2-40B4-BE49-F238E27FC236}">
                <a16:creationId xmlns:a16="http://schemas.microsoft.com/office/drawing/2014/main" id="{B761FD74-41CC-4517-8360-224480B54095}"/>
              </a:ext>
            </a:extLst>
          </p:cNvPr>
          <p:cNvSpPr>
            <a:spLocks noGrp="1"/>
          </p:cNvSpPr>
          <p:nvPr/>
        </p:nvSpPr>
        <p:spPr>
          <a:xfrm>
            <a:off x="1032574" y="8946358"/>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30%</a:t>
            </a:r>
          </a:p>
        </p:txBody>
      </p:sp>
      <p:sp>
        <p:nvSpPr>
          <p:cNvPr id="48" name="15%">
            <a:extLst>
              <a:ext uri="{FF2B5EF4-FFF2-40B4-BE49-F238E27FC236}">
                <a16:creationId xmlns:a16="http://schemas.microsoft.com/office/drawing/2014/main" id="{B3AFBE9D-3B87-4EEE-A4DC-243DAB4A00FF}"/>
              </a:ext>
            </a:extLst>
          </p:cNvPr>
          <p:cNvSpPr>
            <a:spLocks noGrp="1"/>
          </p:cNvSpPr>
          <p:nvPr/>
        </p:nvSpPr>
        <p:spPr>
          <a:xfrm>
            <a:off x="570182"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9" name="40%">
            <a:extLst>
              <a:ext uri="{FF2B5EF4-FFF2-40B4-BE49-F238E27FC236}">
                <a16:creationId xmlns:a16="http://schemas.microsoft.com/office/drawing/2014/main" id="{141A722F-4165-4835-A979-F38C4B4AB514}"/>
              </a:ext>
            </a:extLst>
          </p:cNvPr>
          <p:cNvSpPr>
            <a:spLocks noGrp="1"/>
          </p:cNvSpPr>
          <p:nvPr/>
        </p:nvSpPr>
        <p:spPr>
          <a:xfrm>
            <a:off x="529148"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0" name="0%">
            <a:extLst>
              <a:ext uri="{FF2B5EF4-FFF2-40B4-BE49-F238E27FC236}">
                <a16:creationId xmlns:a16="http://schemas.microsoft.com/office/drawing/2014/main" id="{93267ABD-3B59-438D-939B-BF4207DA111D}"/>
              </a:ext>
            </a:extLst>
          </p:cNvPr>
          <p:cNvSpPr>
            <a:spLocks noGrp="1"/>
          </p:cNvSpPr>
          <p:nvPr/>
        </p:nvSpPr>
        <p:spPr>
          <a:xfrm>
            <a:off x="935999"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pic>
        <p:nvPicPr>
          <p:cNvPr id="217" name="Grafik 51"/>
          <p:cNvPicPr>
            <a:picLocks noChangeAspect="1"/>
          </p:cNvPicPr>
          <p:nvPr/>
        </p:nvPicPr>
        <p:blipFill>
          <a:blip r:embed="rId13"/>
          <a:stretch>
            <a:fillRect/>
          </a:stretch>
        </p:blipFill>
        <p:spPr>
          <a:xfrm>
            <a:off x="1888922" y="8656394"/>
            <a:ext cx="265743" cy="265743"/>
          </a:xfrm>
          <a:prstGeom prst="rect">
            <a:avLst/>
          </a:prstGeom>
        </p:spPr>
      </p:pic>
      <p:sp>
        <p:nvSpPr>
          <p:cNvPr id="53" name="40%">
            <a:extLst>
              <a:ext uri="{FF2B5EF4-FFF2-40B4-BE49-F238E27FC236}">
                <a16:creationId xmlns:a16="http://schemas.microsoft.com/office/drawing/2014/main" id="{93F35EC7-36D9-4745-9986-C4FE7847053C}"/>
              </a:ext>
            </a:extLst>
          </p:cNvPr>
          <p:cNvSpPr>
            <a:spLocks noGrp="1"/>
          </p:cNvSpPr>
          <p:nvPr/>
        </p:nvSpPr>
        <p:spPr>
          <a:xfrm>
            <a:off x="120429" y="9513745"/>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54" name="5%">
            <a:extLst>
              <a:ext uri="{FF2B5EF4-FFF2-40B4-BE49-F238E27FC236}">
                <a16:creationId xmlns:a16="http://schemas.microsoft.com/office/drawing/2014/main" id="{42115540-9E2E-4549-A8B0-48B52CFC47CF}"/>
              </a:ext>
            </a:extLst>
          </p:cNvPr>
          <p:cNvSpPr>
            <a:spLocks noGrp="1"/>
          </p:cNvSpPr>
          <p:nvPr/>
        </p:nvSpPr>
        <p:spPr>
          <a:xfrm>
            <a:off x="1445958" y="8946359"/>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6" name="5%">
            <a:extLst>
              <a:ext uri="{FF2B5EF4-FFF2-40B4-BE49-F238E27FC236}">
                <a16:creationId xmlns:a16="http://schemas.microsoft.com/office/drawing/2014/main" id="{D9049078-B517-4566-B31B-5005796A8C8F}"/>
              </a:ext>
            </a:extLst>
          </p:cNvPr>
          <p:cNvSpPr>
            <a:spLocks noGrp="1"/>
          </p:cNvSpPr>
          <p:nvPr/>
        </p:nvSpPr>
        <p:spPr>
          <a:xfrm>
            <a:off x="1830089" y="8952984"/>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57" name="Persönlichkeit">
            <a:extLst>
              <a:ext uri="{FF2B5EF4-FFF2-40B4-BE49-F238E27FC236}">
                <a16:creationId xmlns:a16="http://schemas.microsoft.com/office/drawing/2014/main" id="{28B2D65B-7C0A-4540-9BB1-3A2BA1C3B320}"/>
              </a:ext>
            </a:extLst>
          </p:cNvPr>
          <p:cNvSpPr>
            <a:spLocks noGrp="1"/>
          </p:cNvSpPr>
          <p:nvPr/>
        </p:nvSpPr>
        <p:spPr>
          <a:xfrm>
            <a:off x="134284" y="4389010"/>
            <a:ext cx="1357206"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Internet</a:t>
            </a:r>
          </a:p>
        </p:txBody>
      </p:sp>
      <p:sp>
        <p:nvSpPr>
          <p:cNvPr id="58" name="Extrovertiert">
            <a:extLst>
              <a:ext uri="{FF2B5EF4-FFF2-40B4-BE49-F238E27FC236}">
                <a16:creationId xmlns:a16="http://schemas.microsoft.com/office/drawing/2014/main" id="{A8560577-5D82-4078-A956-BA30B12556FD}"/>
              </a:ext>
            </a:extLst>
          </p:cNvPr>
          <p:cNvSpPr>
            <a:spLocks noGrp="1"/>
          </p:cNvSpPr>
          <p:nvPr/>
        </p:nvSpPr>
        <p:spPr>
          <a:xfrm>
            <a:off x="82760" y="5533534"/>
            <a:ext cx="88992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Extrovertiert</a:t>
            </a:r>
          </a:p>
        </p:txBody>
      </p:sp>
      <p:sp>
        <p:nvSpPr>
          <p:cNvPr id="59" name="Introvertiert">
            <a:extLst>
              <a:ext uri="{FF2B5EF4-FFF2-40B4-BE49-F238E27FC236}">
                <a16:creationId xmlns:a16="http://schemas.microsoft.com/office/drawing/2014/main" id="{124657A9-77EC-40D8-B30E-DCE00AD3FC02}"/>
              </a:ext>
            </a:extLst>
          </p:cNvPr>
          <p:cNvSpPr>
            <a:spLocks noGrp="1"/>
          </p:cNvSpPr>
          <p:nvPr/>
        </p:nvSpPr>
        <p:spPr>
          <a:xfrm>
            <a:off x="1388058" y="5537642"/>
            <a:ext cx="852703"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Introvertiert</a:t>
            </a:r>
          </a:p>
        </p:txBody>
      </p:sp>
      <p:sp>
        <p:nvSpPr>
          <p:cNvPr id="60" name="Planer">
            <a:extLst>
              <a:ext uri="{FF2B5EF4-FFF2-40B4-BE49-F238E27FC236}">
                <a16:creationId xmlns:a16="http://schemas.microsoft.com/office/drawing/2014/main" id="{D0FE18F3-FED4-4291-A264-345476A3EB02}"/>
              </a:ext>
            </a:extLst>
          </p:cNvPr>
          <p:cNvSpPr>
            <a:spLocks noGrp="1"/>
          </p:cNvSpPr>
          <p:nvPr/>
        </p:nvSpPr>
        <p:spPr>
          <a:xfrm>
            <a:off x="77024" y="5893187"/>
            <a:ext cx="1022692"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Planer</a:t>
            </a:r>
          </a:p>
        </p:txBody>
      </p:sp>
      <p:sp>
        <p:nvSpPr>
          <p:cNvPr id="61" name="Spontan">
            <a:extLst>
              <a:ext uri="{FF2B5EF4-FFF2-40B4-BE49-F238E27FC236}">
                <a16:creationId xmlns:a16="http://schemas.microsoft.com/office/drawing/2014/main" id="{88C99627-9916-45EB-B20F-0BCF83C38230}"/>
              </a:ext>
            </a:extLst>
          </p:cNvPr>
          <p:cNvSpPr>
            <a:spLocks noGrp="1"/>
          </p:cNvSpPr>
          <p:nvPr/>
        </p:nvSpPr>
        <p:spPr>
          <a:xfrm>
            <a:off x="1566050" y="5893187"/>
            <a:ext cx="612497"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Spontan</a:t>
            </a:r>
          </a:p>
        </p:txBody>
      </p:sp>
      <p:sp>
        <p:nvSpPr>
          <p:cNvPr id="62" name="Fühlen">
            <a:extLst>
              <a:ext uri="{FF2B5EF4-FFF2-40B4-BE49-F238E27FC236}">
                <a16:creationId xmlns:a16="http://schemas.microsoft.com/office/drawing/2014/main" id="{6747BE4F-8950-43D7-92CD-F1E0184B75EA}"/>
              </a:ext>
            </a:extLst>
          </p:cNvPr>
          <p:cNvSpPr>
            <a:spLocks noGrp="1"/>
          </p:cNvSpPr>
          <p:nvPr/>
        </p:nvSpPr>
        <p:spPr>
          <a:xfrm>
            <a:off x="1725637" y="6265328"/>
            <a:ext cx="692318"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Fühlen</a:t>
            </a:r>
          </a:p>
        </p:txBody>
      </p:sp>
      <p:sp>
        <p:nvSpPr>
          <p:cNvPr id="63" name="Konservativ">
            <a:extLst>
              <a:ext uri="{FF2B5EF4-FFF2-40B4-BE49-F238E27FC236}">
                <a16:creationId xmlns:a16="http://schemas.microsoft.com/office/drawing/2014/main" id="{5CA6DB11-9BCE-46D7-BD8F-B487B45784CC}"/>
              </a:ext>
            </a:extLst>
          </p:cNvPr>
          <p:cNvSpPr>
            <a:spLocks noGrp="1"/>
          </p:cNvSpPr>
          <p:nvPr/>
        </p:nvSpPr>
        <p:spPr>
          <a:xfrm>
            <a:off x="82340" y="6663407"/>
            <a:ext cx="838450"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Konservativ</a:t>
            </a:r>
          </a:p>
        </p:txBody>
      </p:sp>
      <p:sp>
        <p:nvSpPr>
          <p:cNvPr id="64" name="Liberal">
            <a:extLst>
              <a:ext uri="{FF2B5EF4-FFF2-40B4-BE49-F238E27FC236}">
                <a16:creationId xmlns:a16="http://schemas.microsoft.com/office/drawing/2014/main" id="{CBB632E1-2BE6-4B4E-8ECF-5009DEBD8877}"/>
              </a:ext>
            </a:extLst>
          </p:cNvPr>
          <p:cNvSpPr>
            <a:spLocks noGrp="1"/>
          </p:cNvSpPr>
          <p:nvPr/>
        </p:nvSpPr>
        <p:spPr>
          <a:xfrm>
            <a:off x="1765096" y="6649904"/>
            <a:ext cx="51938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Liberal</a:t>
            </a:r>
          </a:p>
        </p:txBody>
      </p:sp>
      <p:sp>
        <p:nvSpPr>
          <p:cNvPr id="65" name="Anführer">
            <a:extLst>
              <a:ext uri="{FF2B5EF4-FFF2-40B4-BE49-F238E27FC236}">
                <a16:creationId xmlns:a16="http://schemas.microsoft.com/office/drawing/2014/main" id="{263BF284-5B72-4F84-A1D0-EB617316CB00}"/>
              </a:ext>
            </a:extLst>
          </p:cNvPr>
          <p:cNvSpPr>
            <a:spLocks noGrp="1"/>
          </p:cNvSpPr>
          <p:nvPr/>
        </p:nvSpPr>
        <p:spPr>
          <a:xfrm>
            <a:off x="104432" y="7101330"/>
            <a:ext cx="64721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Anführer</a:t>
            </a:r>
          </a:p>
        </p:txBody>
      </p:sp>
      <p:sp>
        <p:nvSpPr>
          <p:cNvPr id="66" name="Nachahmer">
            <a:extLst>
              <a:ext uri="{FF2B5EF4-FFF2-40B4-BE49-F238E27FC236}">
                <a16:creationId xmlns:a16="http://schemas.microsoft.com/office/drawing/2014/main" id="{D5226E57-86B7-4C63-B917-4FDDC04A6B2B}"/>
              </a:ext>
            </a:extLst>
          </p:cNvPr>
          <p:cNvSpPr>
            <a:spLocks noGrp="1"/>
          </p:cNvSpPr>
          <p:nvPr/>
        </p:nvSpPr>
        <p:spPr>
          <a:xfrm>
            <a:off x="1453692" y="7069712"/>
            <a:ext cx="83937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Nachahmer</a:t>
            </a:r>
          </a:p>
        </p:txBody>
      </p:sp>
      <p:sp>
        <p:nvSpPr>
          <p:cNvPr id="67" name="Internet">
            <a:extLst>
              <a:ext uri="{FF2B5EF4-FFF2-40B4-BE49-F238E27FC236}">
                <a16:creationId xmlns:a16="http://schemas.microsoft.com/office/drawing/2014/main" id="{74A13C56-17B0-4C31-9510-B5E300B78A64}"/>
              </a:ext>
            </a:extLst>
          </p:cNvPr>
          <p:cNvSpPr>
            <a:spLocks noGrp="1"/>
          </p:cNvSpPr>
          <p:nvPr/>
        </p:nvSpPr>
        <p:spPr>
          <a:xfrm>
            <a:off x="101283" y="3669842"/>
            <a:ext cx="961917"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Technologie</a:t>
            </a:r>
          </a:p>
        </p:txBody>
      </p:sp>
      <p:sp>
        <p:nvSpPr>
          <p:cNvPr id="68" name="Software und Apps">
            <a:extLst>
              <a:ext uri="{FF2B5EF4-FFF2-40B4-BE49-F238E27FC236}">
                <a16:creationId xmlns:a16="http://schemas.microsoft.com/office/drawing/2014/main" id="{3362B1B7-D87D-481B-BE54-011F77612331}"/>
              </a:ext>
            </a:extLst>
          </p:cNvPr>
          <p:cNvSpPr>
            <a:spLocks noGrp="1"/>
          </p:cNvSpPr>
          <p:nvPr/>
        </p:nvSpPr>
        <p:spPr>
          <a:xfrm>
            <a:off x="110811" y="4049132"/>
            <a:ext cx="133783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Software und Apps</a:t>
            </a:r>
          </a:p>
        </p:txBody>
      </p:sp>
      <p:sp>
        <p:nvSpPr>
          <p:cNvPr id="70" name="Rechteck">
            <a:extLst>
              <a:ext uri="{FF2B5EF4-FFF2-40B4-BE49-F238E27FC236}">
                <a16:creationId xmlns:a16="http://schemas.microsoft.com/office/drawing/2014/main" id="{5D8690B6-5E99-4750-88E0-64565D577282}"/>
              </a:ext>
            </a:extLst>
          </p:cNvPr>
          <p:cNvSpPr>
            <a:spLocks noGrp="1"/>
          </p:cNvSpPr>
          <p:nvPr/>
        </p:nvSpPr>
        <p:spPr>
          <a:xfrm>
            <a:off x="104433"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a:ext uri="{FF2B5EF4-FFF2-40B4-BE49-F238E27FC236}">
                <a16:creationId xmlns:a16="http://schemas.microsoft.com/office/drawing/2014/main" id="{32848BB3-5727-4D6A-A110-F633A76793A3}"/>
              </a:ext>
            </a:extLst>
          </p:cNvPr>
          <p:cNvSpPr>
            <a:spLocks noGrp="1"/>
          </p:cNvSpPr>
          <p:nvPr/>
        </p:nvSpPr>
        <p:spPr>
          <a:xfrm>
            <a:off x="9572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a:ext uri="{FF2B5EF4-FFF2-40B4-BE49-F238E27FC236}">
                <a16:creationId xmlns:a16="http://schemas.microsoft.com/office/drawing/2014/main" id="{50062F09-FC3A-4349-86B5-36B0E542BC34}"/>
              </a:ext>
            </a:extLst>
          </p:cNvPr>
          <p:cNvSpPr>
            <a:spLocks noGrp="1"/>
          </p:cNvSpPr>
          <p:nvPr/>
        </p:nvSpPr>
        <p:spPr>
          <a:xfrm>
            <a:off x="530832" y="73232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a:ext uri="{FF2B5EF4-FFF2-40B4-BE49-F238E27FC236}">
                <a16:creationId xmlns:a16="http://schemas.microsoft.com/office/drawing/2014/main" id="{A73686BC-7D33-487D-A59D-B8A2614EC025}"/>
              </a:ext>
            </a:extLst>
          </p:cNvPr>
          <p:cNvSpPr>
            <a:spLocks noGrp="1"/>
          </p:cNvSpPr>
          <p:nvPr/>
        </p:nvSpPr>
        <p:spPr>
          <a:xfrm>
            <a:off x="13836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a:ext uri="{FF2B5EF4-FFF2-40B4-BE49-F238E27FC236}">
                <a16:creationId xmlns:a16="http://schemas.microsoft.com/office/drawing/2014/main" id="{2D768AB4-9B3F-4F96-A6FA-02EA6985981F}"/>
              </a:ext>
            </a:extLst>
          </p:cNvPr>
          <p:cNvSpPr>
            <a:spLocks noGrp="1"/>
          </p:cNvSpPr>
          <p:nvPr/>
        </p:nvSpPr>
        <p:spPr>
          <a:xfrm>
            <a:off x="18100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a:ext uri="{FF2B5EF4-FFF2-40B4-BE49-F238E27FC236}">
                <a16:creationId xmlns:a16="http://schemas.microsoft.com/office/drawing/2014/main" id="{2893C15A-D55F-48CF-81A6-F3AB22FFC2D2}"/>
              </a:ext>
            </a:extLst>
          </p:cNvPr>
          <p:cNvSpPr>
            <a:spLocks noGrp="1"/>
          </p:cNvSpPr>
          <p:nvPr/>
        </p:nvSpPr>
        <p:spPr>
          <a:xfrm>
            <a:off x="104433"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a:ext uri="{FF2B5EF4-FFF2-40B4-BE49-F238E27FC236}">
                <a16:creationId xmlns:a16="http://schemas.microsoft.com/office/drawing/2014/main" id="{894ED74E-0855-43C5-932B-565CB7C6450D}"/>
              </a:ext>
            </a:extLst>
          </p:cNvPr>
          <p:cNvSpPr>
            <a:spLocks noGrp="1"/>
          </p:cNvSpPr>
          <p:nvPr/>
        </p:nvSpPr>
        <p:spPr>
          <a:xfrm>
            <a:off x="9572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a:ext uri="{FF2B5EF4-FFF2-40B4-BE49-F238E27FC236}">
                <a16:creationId xmlns:a16="http://schemas.microsoft.com/office/drawing/2014/main" id="{E07F87FB-4967-49CB-B94A-BAB21B47469C}"/>
              </a:ext>
            </a:extLst>
          </p:cNvPr>
          <p:cNvSpPr>
            <a:spLocks noGrp="1"/>
          </p:cNvSpPr>
          <p:nvPr/>
        </p:nvSpPr>
        <p:spPr>
          <a:xfrm>
            <a:off x="5308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a:ext uri="{FF2B5EF4-FFF2-40B4-BE49-F238E27FC236}">
                <a16:creationId xmlns:a16="http://schemas.microsoft.com/office/drawing/2014/main" id="{C845B0A9-1EBA-4AEF-A447-6554E0DC703C}"/>
              </a:ext>
            </a:extLst>
          </p:cNvPr>
          <p:cNvSpPr>
            <a:spLocks noGrp="1"/>
          </p:cNvSpPr>
          <p:nvPr/>
        </p:nvSpPr>
        <p:spPr>
          <a:xfrm>
            <a:off x="1383632" y="6915851"/>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a:ext uri="{FF2B5EF4-FFF2-40B4-BE49-F238E27FC236}">
                <a16:creationId xmlns:a16="http://schemas.microsoft.com/office/drawing/2014/main" id="{163E74F4-C97B-4DEB-AB21-694386DCF696}"/>
              </a:ext>
            </a:extLst>
          </p:cNvPr>
          <p:cNvSpPr>
            <a:spLocks noGrp="1"/>
          </p:cNvSpPr>
          <p:nvPr/>
        </p:nvSpPr>
        <p:spPr>
          <a:xfrm>
            <a:off x="18100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a:ext uri="{FF2B5EF4-FFF2-40B4-BE49-F238E27FC236}">
                <a16:creationId xmlns:a16="http://schemas.microsoft.com/office/drawing/2014/main" id="{981752B2-BA7C-4625-B3BD-C21A8A17C794}"/>
              </a:ext>
            </a:extLst>
          </p:cNvPr>
          <p:cNvSpPr>
            <a:spLocks noGrp="1"/>
          </p:cNvSpPr>
          <p:nvPr/>
        </p:nvSpPr>
        <p:spPr>
          <a:xfrm>
            <a:off x="104433" y="6509182"/>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a:ext uri="{FF2B5EF4-FFF2-40B4-BE49-F238E27FC236}">
                <a16:creationId xmlns:a16="http://schemas.microsoft.com/office/drawing/2014/main" id="{4B4202E3-481A-4E89-91C4-A67D664BEEC1}"/>
              </a:ext>
            </a:extLst>
          </p:cNvPr>
          <p:cNvSpPr>
            <a:spLocks noGrp="1"/>
          </p:cNvSpPr>
          <p:nvPr/>
        </p:nvSpPr>
        <p:spPr>
          <a:xfrm>
            <a:off x="9572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a:ext uri="{FF2B5EF4-FFF2-40B4-BE49-F238E27FC236}">
                <a16:creationId xmlns:a16="http://schemas.microsoft.com/office/drawing/2014/main" id="{F7E302B0-AEA3-4392-8C92-8B5FC3DDDD96}"/>
              </a:ext>
            </a:extLst>
          </p:cNvPr>
          <p:cNvSpPr>
            <a:spLocks noGrp="1"/>
          </p:cNvSpPr>
          <p:nvPr/>
        </p:nvSpPr>
        <p:spPr>
          <a:xfrm>
            <a:off x="5308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a:ext uri="{FF2B5EF4-FFF2-40B4-BE49-F238E27FC236}">
                <a16:creationId xmlns:a16="http://schemas.microsoft.com/office/drawing/2014/main" id="{A8E1725A-20BE-4B0A-A477-341A0AF44666}"/>
              </a:ext>
            </a:extLst>
          </p:cNvPr>
          <p:cNvSpPr>
            <a:spLocks noGrp="1"/>
          </p:cNvSpPr>
          <p:nvPr/>
        </p:nvSpPr>
        <p:spPr>
          <a:xfrm>
            <a:off x="13836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a:ext uri="{FF2B5EF4-FFF2-40B4-BE49-F238E27FC236}">
                <a16:creationId xmlns:a16="http://schemas.microsoft.com/office/drawing/2014/main" id="{18BE0286-73B7-4FB5-BBC5-7D83BA983331}"/>
              </a:ext>
            </a:extLst>
          </p:cNvPr>
          <p:cNvSpPr>
            <a:spLocks noGrp="1"/>
          </p:cNvSpPr>
          <p:nvPr/>
        </p:nvSpPr>
        <p:spPr>
          <a:xfrm>
            <a:off x="18100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a:ext uri="{FF2B5EF4-FFF2-40B4-BE49-F238E27FC236}">
                <a16:creationId xmlns:a16="http://schemas.microsoft.com/office/drawing/2014/main" id="{B75F36B9-DE97-47B1-B92E-F3DD298050BB}"/>
              </a:ext>
            </a:extLst>
          </p:cNvPr>
          <p:cNvSpPr>
            <a:spLocks noGrp="1"/>
          </p:cNvSpPr>
          <p:nvPr/>
        </p:nvSpPr>
        <p:spPr>
          <a:xfrm>
            <a:off x="83050" y="6264018"/>
            <a:ext cx="601603" cy="212268"/>
          </a:xfrm>
          <a:prstGeom prst="rect">
            <a:avLst/>
          </a:prstGeom>
          <a:ln w="3175"/>
        </p:spPr>
        <p:txBody>
          <a:bodyPr lIns="38100" tIns="38100" rIns="38100" bIns="38100" anchor="ctr"/>
          <a:lstStyle>
            <a:lvl1pPr algn="l">
              <a:buNone/>
              <a:defRPr sz="1400" b="0" spc="70">
                <a:solidFill>
                  <a:srgbClr val="FFFFFF"/>
                </a:solidFill>
                <a:latin typeface="Futura"/>
                <a:ea typeface="Futura"/>
                <a:cs typeface="Futura"/>
              </a:defRPr>
            </a:lvl1pPr>
          </a:lstStyle>
          <a:p>
            <a:r>
              <a:rPr sz="1000">
                <a:latin typeface="Arial"/>
                <a:ea typeface="Arial"/>
                <a:cs typeface="Arial"/>
              </a:rPr>
              <a:t>Denken</a:t>
            </a:r>
          </a:p>
        </p:txBody>
      </p:sp>
      <p:sp>
        <p:nvSpPr>
          <p:cNvPr id="89" name="Rechteck">
            <a:extLst>
              <a:ext uri="{FF2B5EF4-FFF2-40B4-BE49-F238E27FC236}">
                <a16:creationId xmlns:a16="http://schemas.microsoft.com/office/drawing/2014/main" id="{A3C9F528-BB90-46BE-80DC-52099D74C9A6}"/>
              </a:ext>
            </a:extLst>
          </p:cNvPr>
          <p:cNvSpPr>
            <a:spLocks noGrp="1"/>
          </p:cNvSpPr>
          <p:nvPr/>
        </p:nvSpPr>
        <p:spPr>
          <a:xfrm>
            <a:off x="104432" y="6128603"/>
            <a:ext cx="38377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a:ext uri="{FF2B5EF4-FFF2-40B4-BE49-F238E27FC236}">
                <a16:creationId xmlns:a16="http://schemas.microsoft.com/office/drawing/2014/main" id="{97DF5059-236D-45CA-920E-3ACB08422480}"/>
              </a:ext>
            </a:extLst>
          </p:cNvPr>
          <p:cNvSpPr>
            <a:spLocks noGrp="1"/>
          </p:cNvSpPr>
          <p:nvPr/>
        </p:nvSpPr>
        <p:spPr>
          <a:xfrm>
            <a:off x="943716"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a:ext uri="{FF2B5EF4-FFF2-40B4-BE49-F238E27FC236}">
                <a16:creationId xmlns:a16="http://schemas.microsoft.com/office/drawing/2014/main" id="{A3204F46-9E27-4B78-B33E-F2E82A35F0E2}"/>
              </a:ext>
            </a:extLst>
          </p:cNvPr>
          <p:cNvSpPr>
            <a:spLocks noGrp="1"/>
          </p:cNvSpPr>
          <p:nvPr/>
        </p:nvSpPr>
        <p:spPr>
          <a:xfrm>
            <a:off x="524074"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a:ext uri="{FF2B5EF4-FFF2-40B4-BE49-F238E27FC236}">
                <a16:creationId xmlns:a16="http://schemas.microsoft.com/office/drawing/2014/main" id="{E3B81E32-966D-4D2B-9C5A-BDA5A15900F0}"/>
              </a:ext>
            </a:extLst>
          </p:cNvPr>
          <p:cNvSpPr>
            <a:spLocks noGrp="1"/>
          </p:cNvSpPr>
          <p:nvPr/>
        </p:nvSpPr>
        <p:spPr>
          <a:xfrm>
            <a:off x="1363359" y="6128603"/>
            <a:ext cx="383779"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a:ext uri="{FF2B5EF4-FFF2-40B4-BE49-F238E27FC236}">
                <a16:creationId xmlns:a16="http://schemas.microsoft.com/office/drawing/2014/main" id="{935711A5-2D3F-4D34-BA88-720C70F80BDC}"/>
              </a:ext>
            </a:extLst>
          </p:cNvPr>
          <p:cNvSpPr>
            <a:spLocks noGrp="1"/>
          </p:cNvSpPr>
          <p:nvPr/>
        </p:nvSpPr>
        <p:spPr>
          <a:xfrm>
            <a:off x="1783001"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a:ext uri="{FF2B5EF4-FFF2-40B4-BE49-F238E27FC236}">
                <a16:creationId xmlns:a16="http://schemas.microsoft.com/office/drawing/2014/main" id="{E7AF644E-B7C8-48BA-9BC0-F16ED3FCD9BD}"/>
              </a:ext>
            </a:extLst>
          </p:cNvPr>
          <p:cNvSpPr>
            <a:spLocks noGrp="1"/>
          </p:cNvSpPr>
          <p:nvPr/>
        </p:nvSpPr>
        <p:spPr>
          <a:xfrm>
            <a:off x="104433"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a:ext uri="{FF2B5EF4-FFF2-40B4-BE49-F238E27FC236}">
                <a16:creationId xmlns:a16="http://schemas.microsoft.com/office/drawing/2014/main" id="{62CE3595-C01C-4834-B9EF-A74F8C8D0AAA}"/>
              </a:ext>
            </a:extLst>
          </p:cNvPr>
          <p:cNvSpPr>
            <a:spLocks noGrp="1"/>
          </p:cNvSpPr>
          <p:nvPr/>
        </p:nvSpPr>
        <p:spPr>
          <a:xfrm>
            <a:off x="9572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a:ext uri="{FF2B5EF4-FFF2-40B4-BE49-F238E27FC236}">
                <a16:creationId xmlns:a16="http://schemas.microsoft.com/office/drawing/2014/main" id="{EBA9E952-394A-464C-AED1-2BAAE4332FA5}"/>
              </a:ext>
            </a:extLst>
          </p:cNvPr>
          <p:cNvSpPr>
            <a:spLocks noGrp="1"/>
          </p:cNvSpPr>
          <p:nvPr/>
        </p:nvSpPr>
        <p:spPr>
          <a:xfrm>
            <a:off x="5308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a:ext uri="{FF2B5EF4-FFF2-40B4-BE49-F238E27FC236}">
                <a16:creationId xmlns:a16="http://schemas.microsoft.com/office/drawing/2014/main" id="{31BB97C8-DDB2-42E3-AA46-85C7FE8E76C7}"/>
              </a:ext>
            </a:extLst>
          </p:cNvPr>
          <p:cNvSpPr>
            <a:spLocks noGrp="1"/>
          </p:cNvSpPr>
          <p:nvPr/>
        </p:nvSpPr>
        <p:spPr>
          <a:xfrm>
            <a:off x="1383632" y="57643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a:ext uri="{FF2B5EF4-FFF2-40B4-BE49-F238E27FC236}">
                <a16:creationId xmlns:a16="http://schemas.microsoft.com/office/drawing/2014/main" id="{66614AE4-75B5-4E0E-9950-5155BD83585C}"/>
              </a:ext>
            </a:extLst>
          </p:cNvPr>
          <p:cNvSpPr>
            <a:spLocks noGrp="1"/>
          </p:cNvSpPr>
          <p:nvPr/>
        </p:nvSpPr>
        <p:spPr>
          <a:xfrm>
            <a:off x="18100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a:ext uri="{FF2B5EF4-FFF2-40B4-BE49-F238E27FC236}">
                <a16:creationId xmlns:a16="http://schemas.microsoft.com/office/drawing/2014/main" id="{93507A3D-06A4-4B77-9637-72FD4F3E3537}"/>
              </a:ext>
            </a:extLst>
          </p:cNvPr>
          <p:cNvSpPr>
            <a:spLocks noGrp="1"/>
          </p:cNvSpPr>
          <p:nvPr/>
        </p:nvSpPr>
        <p:spPr>
          <a:xfrm>
            <a:off x="137507"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a:ext uri="{FF2B5EF4-FFF2-40B4-BE49-F238E27FC236}">
                <a16:creationId xmlns:a16="http://schemas.microsoft.com/office/drawing/2014/main" id="{D4076C11-A33F-4679-B084-F0A7D36FD31E}"/>
              </a:ext>
            </a:extLst>
          </p:cNvPr>
          <p:cNvSpPr>
            <a:spLocks noGrp="1"/>
          </p:cNvSpPr>
          <p:nvPr/>
        </p:nvSpPr>
        <p:spPr>
          <a:xfrm>
            <a:off x="990305"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a:ext uri="{FF2B5EF4-FFF2-40B4-BE49-F238E27FC236}">
                <a16:creationId xmlns:a16="http://schemas.microsoft.com/office/drawing/2014/main" id="{ED584246-6A7F-4E47-861C-A0935E8FDAE0}"/>
              </a:ext>
            </a:extLst>
          </p:cNvPr>
          <p:cNvSpPr>
            <a:spLocks noGrp="1"/>
          </p:cNvSpPr>
          <p:nvPr/>
        </p:nvSpPr>
        <p:spPr>
          <a:xfrm>
            <a:off x="5639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a:ext uri="{FF2B5EF4-FFF2-40B4-BE49-F238E27FC236}">
                <a16:creationId xmlns:a16="http://schemas.microsoft.com/office/drawing/2014/main" id="{C8E00D01-A25E-4123-B26F-465076D35C01}"/>
              </a:ext>
            </a:extLst>
          </p:cNvPr>
          <p:cNvSpPr>
            <a:spLocks noGrp="1"/>
          </p:cNvSpPr>
          <p:nvPr/>
        </p:nvSpPr>
        <p:spPr>
          <a:xfrm>
            <a:off x="14167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a:ext uri="{FF2B5EF4-FFF2-40B4-BE49-F238E27FC236}">
                <a16:creationId xmlns:a16="http://schemas.microsoft.com/office/drawing/2014/main" id="{EEDE575F-961E-46D4-A388-3C0627E5FE3E}"/>
              </a:ext>
            </a:extLst>
          </p:cNvPr>
          <p:cNvSpPr>
            <a:spLocks noGrp="1"/>
          </p:cNvSpPr>
          <p:nvPr/>
        </p:nvSpPr>
        <p:spPr>
          <a:xfrm>
            <a:off x="1843105"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a:ext uri="{FF2B5EF4-FFF2-40B4-BE49-F238E27FC236}">
                <a16:creationId xmlns:a16="http://schemas.microsoft.com/office/drawing/2014/main" id="{DFA6F396-E9EA-4F96-A4C7-C346F6D5B455}"/>
              </a:ext>
            </a:extLst>
          </p:cNvPr>
          <p:cNvSpPr>
            <a:spLocks noGrp="1"/>
          </p:cNvSpPr>
          <p:nvPr/>
        </p:nvSpPr>
        <p:spPr>
          <a:xfrm>
            <a:off x="137507"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a:ext uri="{FF2B5EF4-FFF2-40B4-BE49-F238E27FC236}">
                <a16:creationId xmlns:a16="http://schemas.microsoft.com/office/drawing/2014/main" id="{3BC10C83-EACE-4C25-B121-AD97099C3738}"/>
              </a:ext>
            </a:extLst>
          </p:cNvPr>
          <p:cNvSpPr>
            <a:spLocks noGrp="1"/>
          </p:cNvSpPr>
          <p:nvPr/>
        </p:nvSpPr>
        <p:spPr>
          <a:xfrm>
            <a:off x="990305"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a:ext uri="{FF2B5EF4-FFF2-40B4-BE49-F238E27FC236}">
                <a16:creationId xmlns:a16="http://schemas.microsoft.com/office/drawing/2014/main" id="{B2D4D5E2-C33A-4F28-8A32-64EE292584B7}"/>
              </a:ext>
            </a:extLst>
          </p:cNvPr>
          <p:cNvSpPr>
            <a:spLocks noGrp="1"/>
          </p:cNvSpPr>
          <p:nvPr/>
        </p:nvSpPr>
        <p:spPr>
          <a:xfrm>
            <a:off x="5639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a:ext uri="{FF2B5EF4-FFF2-40B4-BE49-F238E27FC236}">
                <a16:creationId xmlns:a16="http://schemas.microsoft.com/office/drawing/2014/main" id="{AC58726F-89BA-4722-B4A8-B21637F6AFEC}"/>
              </a:ext>
            </a:extLst>
          </p:cNvPr>
          <p:cNvSpPr>
            <a:spLocks noGrp="1"/>
          </p:cNvSpPr>
          <p:nvPr/>
        </p:nvSpPr>
        <p:spPr>
          <a:xfrm>
            <a:off x="14167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a:ext uri="{FF2B5EF4-FFF2-40B4-BE49-F238E27FC236}">
                <a16:creationId xmlns:a16="http://schemas.microsoft.com/office/drawing/2014/main" id="{4D4E692F-772A-48C3-B7F5-DFA9C52DB3D8}"/>
              </a:ext>
            </a:extLst>
          </p:cNvPr>
          <p:cNvSpPr>
            <a:spLocks noGrp="1"/>
          </p:cNvSpPr>
          <p:nvPr/>
        </p:nvSpPr>
        <p:spPr>
          <a:xfrm>
            <a:off x="1843105"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a:ext uri="{FF2B5EF4-FFF2-40B4-BE49-F238E27FC236}">
                <a16:creationId xmlns:a16="http://schemas.microsoft.com/office/drawing/2014/main" id="{00375B53-89A5-4B13-9B85-92BF41485641}"/>
              </a:ext>
            </a:extLst>
          </p:cNvPr>
          <p:cNvSpPr>
            <a:spLocks noGrp="1"/>
          </p:cNvSpPr>
          <p:nvPr/>
        </p:nvSpPr>
        <p:spPr>
          <a:xfrm>
            <a:off x="137507"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a:ext uri="{FF2B5EF4-FFF2-40B4-BE49-F238E27FC236}">
                <a16:creationId xmlns:a16="http://schemas.microsoft.com/office/drawing/2014/main" id="{813A41FF-9DF7-4115-B365-72A290DA0639}"/>
              </a:ext>
            </a:extLst>
          </p:cNvPr>
          <p:cNvSpPr>
            <a:spLocks noGrp="1"/>
          </p:cNvSpPr>
          <p:nvPr/>
        </p:nvSpPr>
        <p:spPr>
          <a:xfrm>
            <a:off x="9903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a:ext uri="{FF2B5EF4-FFF2-40B4-BE49-F238E27FC236}">
                <a16:creationId xmlns:a16="http://schemas.microsoft.com/office/drawing/2014/main" id="{8575CC6F-4346-48F6-8E8F-7BA7CF11E1E0}"/>
              </a:ext>
            </a:extLst>
          </p:cNvPr>
          <p:cNvSpPr>
            <a:spLocks noGrp="1"/>
          </p:cNvSpPr>
          <p:nvPr/>
        </p:nvSpPr>
        <p:spPr>
          <a:xfrm>
            <a:off x="5639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a:ext uri="{FF2B5EF4-FFF2-40B4-BE49-F238E27FC236}">
                <a16:creationId xmlns:a16="http://schemas.microsoft.com/office/drawing/2014/main" id="{1AF2C3AB-9733-44F9-9C20-A508BCB317BD}"/>
              </a:ext>
            </a:extLst>
          </p:cNvPr>
          <p:cNvSpPr>
            <a:spLocks noGrp="1"/>
          </p:cNvSpPr>
          <p:nvPr/>
        </p:nvSpPr>
        <p:spPr>
          <a:xfrm>
            <a:off x="14167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a:ext uri="{FF2B5EF4-FFF2-40B4-BE49-F238E27FC236}">
                <a16:creationId xmlns:a16="http://schemas.microsoft.com/office/drawing/2014/main" id="{14C5C638-E585-4A67-A7CC-F20C33B33C6F}"/>
              </a:ext>
            </a:extLst>
          </p:cNvPr>
          <p:cNvSpPr>
            <a:spLocks noGrp="1"/>
          </p:cNvSpPr>
          <p:nvPr/>
        </p:nvSpPr>
        <p:spPr>
          <a:xfrm>
            <a:off x="18431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a:ext uri="{FF2B5EF4-FFF2-40B4-BE49-F238E27FC236}">
                <a16:creationId xmlns:a16="http://schemas.microsoft.com/office/drawing/2014/main" id="{F1333136-F1A8-4260-92BE-552F2B7CB04F}"/>
              </a:ext>
            </a:extLst>
          </p:cNvPr>
          <p:cNvSpPr>
            <a:spLocks noGrp="1"/>
          </p:cNvSpPr>
          <p:nvPr/>
        </p:nvSpPr>
        <p:spPr>
          <a:xfrm>
            <a:off x="134284" y="4785593"/>
            <a:ext cx="1357206" cy="230832"/>
          </a:xfrm>
          <a:prstGeom prst="rect">
            <a:avLst/>
          </a:prstGeom>
          <a:ln w="3175"/>
        </p:spPr>
        <p:txBody>
          <a:bodyPr wrap="square" lIns="38100" tIns="38100" rIns="38100" bIns="38100" anchor="ctr">
            <a:spAutoFit/>
          </a:bodyPr>
          <a:lstStyle>
            <a:lvl1pPr algn="l">
              <a:buNone/>
              <a:defRPr sz="2000" b="0" spc="100">
                <a:solidFill>
                  <a:srgbClr val="FFFFFF"/>
                </a:solidFill>
                <a:latin typeface="Futura"/>
                <a:ea typeface="Futura"/>
                <a:cs typeface="Futura"/>
              </a:defRPr>
            </a:lvl1pPr>
          </a:lstStyle>
          <a:p>
            <a:r>
              <a:rPr sz="1000">
                <a:latin typeface="Arial"/>
                <a:ea typeface="Arial"/>
                <a:cs typeface="Arial"/>
              </a:rPr>
              <a:t>Social Network</a:t>
            </a:r>
          </a:p>
        </p:txBody>
      </p:sp>
      <p:sp>
        <p:nvSpPr>
          <p:cNvPr id="120" name="Rechteck">
            <a:extLst>
              <a:ext uri="{FF2B5EF4-FFF2-40B4-BE49-F238E27FC236}">
                <a16:creationId xmlns:a16="http://schemas.microsoft.com/office/drawing/2014/main" id="{82877763-BFF5-457A-A6AF-6232ABA92FB1}"/>
              </a:ext>
            </a:extLst>
          </p:cNvPr>
          <p:cNvSpPr>
            <a:spLocks noGrp="1"/>
          </p:cNvSpPr>
          <p:nvPr/>
        </p:nvSpPr>
        <p:spPr>
          <a:xfrm>
            <a:off x="137507"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a:ext uri="{FF2B5EF4-FFF2-40B4-BE49-F238E27FC236}">
                <a16:creationId xmlns:a16="http://schemas.microsoft.com/office/drawing/2014/main" id="{8A2CD27C-2697-411B-8B68-CA001240C03D}"/>
              </a:ext>
            </a:extLst>
          </p:cNvPr>
          <p:cNvSpPr>
            <a:spLocks noGrp="1"/>
          </p:cNvSpPr>
          <p:nvPr/>
        </p:nvSpPr>
        <p:spPr>
          <a:xfrm>
            <a:off x="990305"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a:ext uri="{FF2B5EF4-FFF2-40B4-BE49-F238E27FC236}">
                <a16:creationId xmlns:a16="http://schemas.microsoft.com/office/drawing/2014/main" id="{993DFD79-B749-439C-AB0E-7D54E7EA0F1D}"/>
              </a:ext>
            </a:extLst>
          </p:cNvPr>
          <p:cNvSpPr>
            <a:spLocks noGrp="1"/>
          </p:cNvSpPr>
          <p:nvPr/>
        </p:nvSpPr>
        <p:spPr>
          <a:xfrm>
            <a:off x="5639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a:ext uri="{FF2B5EF4-FFF2-40B4-BE49-F238E27FC236}">
                <a16:creationId xmlns:a16="http://schemas.microsoft.com/office/drawing/2014/main" id="{8AEFA1C4-374D-414C-835E-795152424B48}"/>
              </a:ext>
            </a:extLst>
          </p:cNvPr>
          <p:cNvSpPr>
            <a:spLocks noGrp="1"/>
          </p:cNvSpPr>
          <p:nvPr/>
        </p:nvSpPr>
        <p:spPr>
          <a:xfrm>
            <a:off x="14167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a:ext uri="{FF2B5EF4-FFF2-40B4-BE49-F238E27FC236}">
                <a16:creationId xmlns:a16="http://schemas.microsoft.com/office/drawing/2014/main" id="{F213A40E-63A3-4EFA-9928-B064883278CA}"/>
              </a:ext>
            </a:extLst>
          </p:cNvPr>
          <p:cNvSpPr>
            <a:spLocks noGrp="1"/>
          </p:cNvSpPr>
          <p:nvPr/>
        </p:nvSpPr>
        <p:spPr>
          <a:xfrm>
            <a:off x="18431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a:ext uri="{FF2B5EF4-FFF2-40B4-BE49-F238E27FC236}">
                <a16:creationId xmlns:a16="http://schemas.microsoft.com/office/drawing/2014/main" id="{FB0FBFAF-C580-4C89-ACB6-131CCB98D2F8}"/>
              </a:ext>
            </a:extLst>
          </p:cNvPr>
          <p:cNvSpPr>
            <a:spLocks noGrp="1"/>
          </p:cNvSpPr>
          <p:nvPr/>
        </p:nvSpPr>
        <p:spPr>
          <a:xfrm>
            <a:off x="-19028" y="1474705"/>
            <a:ext cx="2526008" cy="812514"/>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126" name="Alter">
            <a:extLst>
              <a:ext uri="{FF2B5EF4-FFF2-40B4-BE49-F238E27FC236}">
                <a16:creationId xmlns:a16="http://schemas.microsoft.com/office/drawing/2014/main" id="{82D282F1-200E-47BC-AE96-45EF9528BF33}"/>
              </a:ext>
            </a:extLst>
          </p:cNvPr>
          <p:cNvSpPr>
            <a:spLocks noGrp="1"/>
          </p:cNvSpPr>
          <p:nvPr/>
        </p:nvSpPr>
        <p:spPr>
          <a:xfrm>
            <a:off x="55659" y="1404614"/>
            <a:ext cx="901180" cy="384721"/>
          </a:xfrm>
          <a:prstGeom prst="rect">
            <a:avLst/>
          </a:prstGeom>
          <a:ln w="3175"/>
        </p:spPr>
        <p:txBody>
          <a:bodyPr wrap="square" lIns="38100" tIns="38100" rIns="38100" bIns="38100" anchor="ctr">
            <a:spAutoFit/>
          </a:bodyPr>
          <a:lstStyle>
            <a:lvl1pPr algn="l">
              <a:buNone/>
              <a:defRPr sz="1500" b="0" spc="75">
                <a:solidFill>
                  <a:srgbClr val="FFFFFF"/>
                </a:solidFill>
                <a:latin typeface="Futura"/>
                <a:ea typeface="Futura"/>
                <a:cs typeface="Futura"/>
              </a:defRPr>
            </a:lvl1pPr>
          </a:lstStyle>
          <a:p>
            <a:r>
              <a:rPr sz="2000">
                <a:latin typeface="Arial"/>
                <a:ea typeface="Arial"/>
                <a:cs typeface="Arial"/>
              </a:rPr>
              <a:t>Deniz</a:t>
            </a:r>
          </a:p>
        </p:txBody>
      </p:sp>
      <p:sp>
        <p:nvSpPr>
          <p:cNvPr id="127" name="Alter">
            <a:extLst>
              <a:ext uri="{FF2B5EF4-FFF2-40B4-BE49-F238E27FC236}">
                <a16:creationId xmlns:a16="http://schemas.microsoft.com/office/drawing/2014/main" id="{11BB9D78-05FB-4E72-84FD-82AEFE511AA8}"/>
              </a:ext>
            </a:extLst>
          </p:cNvPr>
          <p:cNvSpPr>
            <a:spLocks noGrp="1"/>
          </p:cNvSpPr>
          <p:nvPr/>
        </p:nvSpPr>
        <p:spPr>
          <a:xfrm>
            <a:off x="89889" y="1759313"/>
            <a:ext cx="827150"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Banker</a:t>
            </a:r>
          </a:p>
        </p:txBody>
      </p:sp>
      <p:sp>
        <p:nvSpPr>
          <p:cNvPr id="128" name="Alter">
            <a:extLst>
              <a:ext uri="{FF2B5EF4-FFF2-40B4-BE49-F238E27FC236}">
                <a16:creationId xmlns:a16="http://schemas.microsoft.com/office/drawing/2014/main" id="{64604045-0650-4147-8288-58A2687C8947}"/>
              </a:ext>
            </a:extLst>
          </p:cNvPr>
          <p:cNvSpPr>
            <a:spLocks noGrp="1"/>
          </p:cNvSpPr>
          <p:nvPr/>
        </p:nvSpPr>
        <p:spPr>
          <a:xfrm>
            <a:off x="96249" y="2025609"/>
            <a:ext cx="1181862"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Kaufmann EFZ</a:t>
            </a:r>
          </a:p>
        </p:txBody>
      </p:sp>
      <p:sp>
        <p:nvSpPr>
          <p:cNvPr id="129" name="Rechteck">
            <a:extLst>
              <a:ext uri="{FF2B5EF4-FFF2-40B4-BE49-F238E27FC236}">
                <a16:creationId xmlns:a16="http://schemas.microsoft.com/office/drawing/2014/main" id="{3F0810EF-5BC7-4BD1-8421-E11BF336FF35}"/>
              </a:ext>
            </a:extLst>
          </p:cNvPr>
          <p:cNvSpPr>
            <a:spLocks noGrp="1"/>
          </p:cNvSpPr>
          <p:nvPr/>
        </p:nvSpPr>
        <p:spPr>
          <a:xfrm>
            <a:off x="2565799" y="737110"/>
            <a:ext cx="4292201" cy="633325"/>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42" name="Alter">
            <a:extLst>
              <a:ext uri="{FF2B5EF4-FFF2-40B4-BE49-F238E27FC236}">
                <a16:creationId xmlns:a16="http://schemas.microsoft.com/office/drawing/2014/main" id="{E9D5841D-B961-4677-ADD2-ED747BCE5EF2}"/>
              </a:ext>
            </a:extLst>
          </p:cNvPr>
          <p:cNvSpPr>
            <a:spLocks noGrp="1"/>
          </p:cNvSpPr>
          <p:nvPr/>
        </p:nvSpPr>
        <p:spPr>
          <a:xfrm>
            <a:off x="2706928" y="955069"/>
            <a:ext cx="735779"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Alter: 24</a:t>
            </a:r>
            <a:endParaRPr sz="1200">
              <a:latin typeface="Arial"/>
              <a:ea typeface="Arial"/>
              <a:cs typeface="Arial"/>
            </a:endParaRPr>
          </a:p>
        </p:txBody>
      </p:sp>
      <p:sp>
        <p:nvSpPr>
          <p:cNvPr id="43" name="Wohnort">
            <a:extLst>
              <a:ext uri="{FF2B5EF4-FFF2-40B4-BE49-F238E27FC236}">
                <a16:creationId xmlns:a16="http://schemas.microsoft.com/office/drawing/2014/main" id="{B4B6DA3A-CE7A-4C1A-82F7-A06F4FEF286E}"/>
              </a:ext>
            </a:extLst>
          </p:cNvPr>
          <p:cNvSpPr>
            <a:spLocks noGrp="1"/>
          </p:cNvSpPr>
          <p:nvPr/>
        </p:nvSpPr>
        <p:spPr>
          <a:xfrm>
            <a:off x="3350000" y="955069"/>
            <a:ext cx="1526508"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Wohnort: Aarau</a:t>
            </a:r>
            <a:endParaRPr sz="1200">
              <a:latin typeface="Arial"/>
              <a:ea typeface="Arial"/>
              <a:cs typeface="Arial"/>
            </a:endParaRPr>
          </a:p>
        </p:txBody>
      </p:sp>
      <p:sp>
        <p:nvSpPr>
          <p:cNvPr id="44" name="Familienstatus">
            <a:extLst>
              <a:ext uri="{FF2B5EF4-FFF2-40B4-BE49-F238E27FC236}">
                <a16:creationId xmlns:a16="http://schemas.microsoft.com/office/drawing/2014/main" id="{0EAEA570-8D74-43FC-8C79-3B6AD5E1ABED}"/>
              </a:ext>
            </a:extLst>
          </p:cNvPr>
          <p:cNvSpPr>
            <a:spLocks noGrp="1"/>
          </p:cNvSpPr>
          <p:nvPr/>
        </p:nvSpPr>
        <p:spPr>
          <a:xfrm>
            <a:off x="4900000" y="955069"/>
            <a:ext cx="178895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Familienstatus: Single</a:t>
            </a:r>
            <a:endParaRPr sz="1200">
              <a:latin typeface="Arial"/>
              <a:ea typeface="Arial"/>
              <a:cs typeface="Arial"/>
            </a:endParaRPr>
          </a:p>
        </p:txBody>
      </p:sp>
      <p:sp>
        <p:nvSpPr>
          <p:cNvPr id="130" name="Alter">
            <a:extLst>
              <a:ext uri="{FF2B5EF4-FFF2-40B4-BE49-F238E27FC236}">
                <a16:creationId xmlns:a16="http://schemas.microsoft.com/office/drawing/2014/main" id="{F5FC5F0C-C18F-4BAA-A0B3-F18DFEB8F87B}"/>
              </a:ext>
            </a:extLst>
          </p:cNvPr>
          <p:cNvSpPr>
            <a:spLocks noGrp="1"/>
          </p:cNvSpPr>
          <p:nvPr/>
        </p:nvSpPr>
        <p:spPr>
          <a:xfrm>
            <a:off x="1002651" y="1128820"/>
            <a:ext cx="370294"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Bild</a:t>
            </a:r>
          </a:p>
        </p:txBody>
      </p:sp>
      <p:sp>
        <p:nvSpPr>
          <p:cNvPr id="133" name="Digitale Fähigkeiten">
            <a:extLst>
              <a:ext uri="{FF2B5EF4-FFF2-40B4-BE49-F238E27FC236}">
                <a16:creationId xmlns:a16="http://schemas.microsoft.com/office/drawing/2014/main" id="{95639156-22EA-4C71-9604-82EE6697CA59}"/>
              </a:ext>
            </a:extLst>
          </p:cNvPr>
          <p:cNvSpPr>
            <a:spLocks noGrp="1"/>
          </p:cNvSpPr>
          <p:nvPr/>
        </p:nvSpPr>
        <p:spPr>
          <a:xfrm>
            <a:off x="106044" y="3408655"/>
            <a:ext cx="19059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Digitale Fähigkeiten</a:t>
            </a:r>
          </a:p>
        </p:txBody>
      </p:sp>
      <p:sp>
        <p:nvSpPr>
          <p:cNvPr id="137" name="Digitale Fähigkeiten">
            <a:extLst>
              <a:ext uri="{FF2B5EF4-FFF2-40B4-BE49-F238E27FC236}">
                <a16:creationId xmlns:a16="http://schemas.microsoft.com/office/drawing/2014/main" id="{CC16A71D-C474-48D6-B981-443BBB56BFFC}"/>
              </a:ext>
            </a:extLst>
          </p:cNvPr>
          <p:cNvSpPr>
            <a:spLocks noGrp="1"/>
          </p:cNvSpPr>
          <p:nvPr/>
        </p:nvSpPr>
        <p:spPr>
          <a:xfrm>
            <a:off x="79877" y="5241816"/>
            <a:ext cx="13721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Persönlichkeit</a:t>
            </a:r>
          </a:p>
        </p:txBody>
      </p:sp>
      <p:sp>
        <p:nvSpPr>
          <p:cNvPr id="142" name="„Kurzbeschreibung in Form eines Zitats. Wie würde sich unsere Persona selbst beschreiben?“">
            <a:extLst>
              <a:ext uri="{FF2B5EF4-FFF2-40B4-BE49-F238E27FC236}">
                <a16:creationId xmlns:a16="http://schemas.microsoft.com/office/drawing/2014/main" id="{BBBCFEF8-EC0F-4D66-8148-8817A5F7ECFA}"/>
              </a:ext>
            </a:extLst>
          </p:cNvPr>
          <p:cNvSpPr>
            <a:spLocks noGrp="1"/>
          </p:cNvSpPr>
          <p:nvPr/>
        </p:nvSpPr>
        <p:spPr>
          <a:xfrm>
            <a:off x="2756202" y="158675"/>
            <a:ext cx="3887052" cy="446276"/>
          </a:xfrm>
          <a:prstGeom prst="rect">
            <a:avLst/>
          </a:prstGeom>
          <a:ln w="3175"/>
        </p:spPr>
        <p:txBody>
          <a:bodyPr wrap="square" lIns="38100" tIns="38100" rIns="38100" bIns="38100" anchor="ctr">
            <a:spAutoFit/>
          </a:bodyPr>
          <a:lstStyle>
            <a:lvl1pPr>
              <a:buNone/>
              <a:defRPr b="0">
                <a:latin typeface="Avenir Book Oblique"/>
                <a:ea typeface="Avenir Book Oblique"/>
                <a:cs typeface="Avenir Book Oblique"/>
              </a:defRPr>
            </a:lvl1pPr>
          </a:lstStyle>
          <a:p>
            <a:r>
              <a:rPr sz="1200">
                <a:latin typeface="Arial"/>
                <a:ea typeface="Arial"/>
                <a:cs typeface="Arial"/>
              </a:rPr>
              <a:t>„Mit dem richtigen Einsatz und genug Gegnern hole ich das wieder rein.“</a:t>
            </a:r>
          </a:p>
        </p:txBody>
      </p:sp>
      <p:sp>
        <p:nvSpPr>
          <p:cNvPr id="146" name="Szenario/Bio">
            <a:extLst>
              <a:ext uri="{FF2B5EF4-FFF2-40B4-BE49-F238E27FC236}">
                <a16:creationId xmlns:a16="http://schemas.microsoft.com/office/drawing/2014/main" id="{2EA78725-E414-45A0-B0B0-77706EA3C96E}"/>
              </a:ext>
            </a:extLst>
          </p:cNvPr>
          <p:cNvSpPr>
            <a:spLocks noGrp="1"/>
          </p:cNvSpPr>
          <p:nvPr/>
        </p:nvSpPr>
        <p:spPr>
          <a:xfrm>
            <a:off x="2715106" y="1356198"/>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2A108906-8453-449A-9AC4-F3A016E1F1C2}"/>
              </a:ext>
            </a:extLst>
          </p:cNvPr>
          <p:cNvSpPr>
            <a:spLocks noGrp="1"/>
          </p:cNvSpPr>
          <p:nvPr/>
        </p:nvSpPr>
        <p:spPr>
          <a:xfrm>
            <a:off x="2723544" y="1552787"/>
            <a:ext cx="3896179" cy="13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Deniz spielt seit zwei Jahren Blackjack und ist überzeugt, ein System zu haben. Er führt Buch über seine Runden und erhöht den Einsatz nach jeder Niederlage.</a:t>
            </a:r>
            <a:endParaRPr sz="1200">
              <a:latin typeface="Arial"/>
              <a:ea typeface="Arial"/>
              <a:cs typeface="Arial"/>
            </a:endParaRPr>
          </a:p>
        </p:txBody>
      </p:sp>
      <p:pic>
        <p:nvPicPr>
          <p:cNvPr id="294" name="Grafik 160"/>
          <p:cNvPicPr>
            <a:picLocks noChangeAspect="1"/>
          </p:cNvPicPr>
          <p:nvPr/>
        </p:nvPicPr>
        <p:blipFill>
          <a:blip r:embed="rId14"/>
          <a:stretch>
            <a:fillRect/>
          </a:stretch>
        </p:blipFill>
        <p:spPr>
          <a:xfrm>
            <a:off x="199459" y="7886105"/>
            <a:ext cx="361188" cy="361188"/>
          </a:xfrm>
          <a:prstGeom prst="rect">
            <a:avLst/>
          </a:prstGeom>
        </p:spPr>
      </p:pic>
      <p:pic>
        <p:nvPicPr>
          <p:cNvPr id="295" name="Grafik 168"/>
          <p:cNvPicPr>
            <a:picLocks noChangeAspect="1"/>
          </p:cNvPicPr>
          <p:nvPr/>
        </p:nvPicPr>
        <p:blipFill>
          <a:blip r:embed="rId15"/>
          <a:stretch>
            <a:fillRect/>
          </a:stretch>
        </p:blipFill>
        <p:spPr>
          <a:xfrm>
            <a:off x="598262" y="7876712"/>
            <a:ext cx="361188" cy="361188"/>
          </a:xfrm>
          <a:prstGeom prst="rect">
            <a:avLst/>
          </a:prstGeom>
        </p:spPr>
      </p:pic>
      <p:sp>
        <p:nvSpPr>
          <p:cNvPr id="170" name="Digitale Fähigkeiten">
            <a:extLst>
              <a:ext uri="{FF2B5EF4-FFF2-40B4-BE49-F238E27FC236}">
                <a16:creationId xmlns:a16="http://schemas.microsoft.com/office/drawing/2014/main" id="{821DEF16-F116-4C22-BE2F-DF356BBE6A40}"/>
              </a:ext>
            </a:extLst>
          </p:cNvPr>
          <p:cNvSpPr>
            <a:spLocks noGrp="1"/>
          </p:cNvSpPr>
          <p:nvPr/>
        </p:nvSpPr>
        <p:spPr>
          <a:xfrm>
            <a:off x="100171" y="2325718"/>
            <a:ext cx="1172757"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Technologie</a:t>
            </a:r>
          </a:p>
        </p:txBody>
      </p:sp>
      <p:pic>
        <p:nvPicPr>
          <p:cNvPr id="297" name="Grafik 175"/>
          <p:cNvPicPr>
            <a:picLocks noChangeAspect="1"/>
          </p:cNvPicPr>
          <p:nvPr/>
        </p:nvPicPr>
        <p:blipFill>
          <a:blip r:embed="rId16"/>
          <a:stretch>
            <a:fillRect/>
          </a:stretch>
        </p:blipFill>
        <p:spPr>
          <a:xfrm>
            <a:off x="162886" y="2982875"/>
            <a:ext cx="361188" cy="361188"/>
          </a:xfrm>
          <a:prstGeom prst="rect">
            <a:avLst/>
          </a:prstGeom>
        </p:spPr>
      </p:pic>
      <p:pic>
        <p:nvPicPr>
          <p:cNvPr id="298" name="Grafik 176"/>
          <p:cNvPicPr>
            <a:picLocks noChangeAspect="1"/>
          </p:cNvPicPr>
          <p:nvPr/>
        </p:nvPicPr>
        <p:blipFill>
          <a:blip r:embed="rId17"/>
          <a:stretch>
            <a:fillRect/>
          </a:stretch>
        </p:blipFill>
        <p:spPr>
          <a:xfrm>
            <a:off x="682382" y="2972196"/>
            <a:ext cx="361188" cy="361188"/>
          </a:xfrm>
          <a:prstGeom prst="rect">
            <a:avLst/>
          </a:prstGeom>
        </p:spPr>
      </p:pic>
      <p:sp>
        <p:nvSpPr>
          <p:cNvPr id="178" name="Digitale Fähigkeiten">
            <a:extLst>
              <a:ext uri="{FF2B5EF4-FFF2-40B4-BE49-F238E27FC236}">
                <a16:creationId xmlns:a16="http://schemas.microsoft.com/office/drawing/2014/main" id="{82A58D85-42C8-48A9-A00B-31BE53B3F5C8}"/>
              </a:ext>
            </a:extLst>
          </p:cNvPr>
          <p:cNvSpPr>
            <a:spLocks noGrp="1"/>
          </p:cNvSpPr>
          <p:nvPr/>
        </p:nvSpPr>
        <p:spPr>
          <a:xfrm>
            <a:off x="136006" y="7552259"/>
            <a:ext cx="823944"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Browser</a:t>
            </a:r>
          </a:p>
        </p:txBody>
      </p:sp>
      <p:sp>
        <p:nvSpPr>
          <p:cNvPr id="179" name="Digitale Fähigkeiten">
            <a:extLst>
              <a:ext uri="{FF2B5EF4-FFF2-40B4-BE49-F238E27FC236}">
                <a16:creationId xmlns:a16="http://schemas.microsoft.com/office/drawing/2014/main" id="{656CB1C1-874D-46D5-BD82-E2CBE1600F4C}"/>
              </a:ext>
            </a:extLst>
          </p:cNvPr>
          <p:cNvSpPr>
            <a:spLocks noGrp="1"/>
          </p:cNvSpPr>
          <p:nvPr/>
        </p:nvSpPr>
        <p:spPr>
          <a:xfrm>
            <a:off x="128032" y="8343964"/>
            <a:ext cx="1263166"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Appsnutzung</a:t>
            </a:r>
          </a:p>
        </p:txBody>
      </p:sp>
      <p:sp>
        <p:nvSpPr>
          <p:cNvPr id="8" name="Szenario/Bio">
            <a:extLst>
              <a:ext uri="{FF2B5EF4-FFF2-40B4-BE49-F238E27FC236}">
                <a16:creationId xmlns:a16="http://schemas.microsoft.com/office/drawing/2014/main" id="{A18CC650-64E9-CE9D-B2CD-B8F23CF1DA62}"/>
              </a:ext>
            </a:extLst>
          </p:cNvPr>
          <p:cNvSpPr>
            <a:spLocks noGrp="1"/>
          </p:cNvSpPr>
          <p:nvPr/>
        </p:nvSpPr>
        <p:spPr>
          <a:xfrm>
            <a:off x="2702384" y="286040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347DC844-66C0-EE16-5FCD-082025B9AAED}"/>
              </a:ext>
            </a:extLst>
          </p:cNvPr>
          <p:cNvSpPr>
            <a:spLocks noGrp="1"/>
          </p:cNvSpPr>
          <p:nvPr/>
        </p:nvSpPr>
        <p:spPr>
          <a:xfrm>
            <a:off x="2723544" y="3071774"/>
            <a:ext cx="3896179" cy="9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Er will Einsatz und Anzahl Computergegner vor jeder Runde selbst festlegen und den Verlauf über Hit und Stand aktiv steuern.</a:t>
            </a:r>
            <a:endParaRPr sz="1200">
              <a:latin typeface="Arial"/>
              <a:ea typeface="Arial"/>
              <a:cs typeface="Arial"/>
            </a:endParaRPr>
          </a:p>
        </p:txBody>
      </p:sp>
      <p:sp>
        <p:nvSpPr>
          <p:cNvPr id="16" name="Szenario/Bio">
            <a:extLst>
              <a:ext uri="{FF2B5EF4-FFF2-40B4-BE49-F238E27FC236}">
                <a16:creationId xmlns:a16="http://schemas.microsoft.com/office/drawing/2014/main" id="{2C80E7B7-AAB0-10EE-3ACB-A3C87E2227E7}"/>
              </a:ext>
            </a:extLst>
          </p:cNvPr>
          <p:cNvSpPr>
            <a:spLocks noGrp="1"/>
          </p:cNvSpPr>
          <p:nvPr/>
        </p:nvSpPr>
        <p:spPr>
          <a:xfrm>
            <a:off x="2702383" y="547165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Anforderungen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D402C09C-E8A7-5E55-4333-E50D4A51CDE6}"/>
              </a:ext>
            </a:extLst>
          </p:cNvPr>
          <p:cNvSpPr>
            <a:spLocks noGrp="1"/>
          </p:cNvSpPr>
          <p:nvPr/>
        </p:nvSpPr>
        <p:spPr>
          <a:xfrm>
            <a:off x="2747075" y="5764040"/>
            <a:ext cx="3896179" cy="30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000">
                <a:latin typeface="Arial"/>
                <a:ea typeface="Arial"/>
                <a:cs typeface="Arial"/>
              </a:rPr>
              <a:t>US-003: Als Blackjack-Spieler möchte ich Einsatz und Anzahl Gegner festlegen und meine Hand über Hit und Stand steuern, damit ich meinen möglichen Gewinn erhöhen kann.</a:t>
            </a:r>
            <a:br/>
            <a:r>
              <a:rPr sz="1000">
                <a:latin typeface="Arial"/>
                <a:ea typeface="Arial"/>
                <a:cs typeface="Arial"/>
              </a:rPr>
              <a:t>Akzeptanz: Einsatz &gt; Guthaben wird abgelehnt; Gegnerzahl nur 1–5; Auszahlungsfaktor steigt mit der Gegnerzahl; über 21 sofort verloren; Ass zählt 1 oder 11; Gegner ziehen bis 17.</a:t>
            </a:r>
            <a:endParaRPr sz="1200">
              <a:latin typeface="Arial"/>
              <a:ea typeface="Arial"/>
              <a:cs typeface="Arial"/>
            </a:endParaRPr>
          </a:p>
        </p:txBody>
      </p:sp>
      <p:pic>
        <p:nvPicPr>
          <p:cNvPr id="3" name="Grafik 2">
            <a:extLst>
              <a:ext uri="{FF2B5EF4-FFF2-40B4-BE49-F238E27FC236}">
                <a16:creationId xmlns:a16="http://schemas.microsoft.com/office/drawing/2014/main" id="{BDEF2F5B-6AAC-695F-C245-F846D4E57B8A}"/>
              </a:ext>
            </a:extLst>
          </p:cNvPr>
          <p:cNvPicPr>
            <a:picLocks noChangeAspect="1"/>
          </p:cNvPicPr>
          <p:nvPr/>
        </p:nvPicPr>
        <p:blipFill>
          <a:blip r:embed="rId18"/>
          <a:stretch>
            <a:fillRect/>
          </a:stretch>
        </p:blipFill>
        <p:spPr>
          <a:xfrm>
            <a:off x="363369" y="49553"/>
            <a:ext cx="1726803" cy="1381442"/>
          </a:xfrm>
          <a:prstGeom prst="rect">
            <a:avLst/>
          </a:prstGeom>
        </p:spPr>
      </p:pic>
    </p:spTree>
    <p:extLst>
      <p:ext uri="{BB962C8B-B14F-4D97-AF65-F5344CB8AC3E}">
        <p14:creationId xmlns:p14="http://schemas.microsoft.com/office/powerpoint/2010/main" val="4018722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a:extLst>
              <a:ext uri="{FF2B5EF4-FFF2-40B4-BE49-F238E27FC236}">
                <a16:creationId xmlns:a16="http://schemas.microsoft.com/office/drawing/2014/main" id="{21AA5DBD-B2C7-405C-8A3E-D9133923CDA8}"/>
              </a:ext>
            </a:extLst>
          </p:cNvPr>
          <p:cNvSpPr>
            <a:spLocks noGrp="1"/>
          </p:cNvSpPr>
          <p:nvPr/>
        </p:nvSpPr>
        <p:spPr>
          <a:xfrm>
            <a:off x="-35771" y="7451"/>
            <a:ext cx="2424688" cy="9906000"/>
          </a:xfrm>
          <a:prstGeom prst="rect">
            <a:avLst/>
          </a:prstGeom>
          <a:solidFill>
            <a:srgbClr val="3399FF"/>
          </a:solidFill>
          <a:ln w="3175"/>
        </p:spPr>
        <p:txBody>
          <a:bodyPr lIns="38100" tIns="38100" rIns="38100" bIns="38100" anchor="ctr"/>
          <a:lstStyle/>
          <a:p>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a:ext uri="{FF2B5EF4-FFF2-40B4-BE49-F238E27FC236}">
                <a16:creationId xmlns:a16="http://schemas.microsoft.com/office/drawing/2014/main" id="{6BD9946B-7A65-4B0F-A0FB-E8CC35677CB9}"/>
              </a:ext>
            </a:extLst>
          </p:cNvPr>
          <p:cNvSpPr>
            <a:spLocks noGrp="1"/>
          </p:cNvSpPr>
          <p:nvPr/>
        </p:nvSpPr>
        <p:spPr>
          <a:xfrm>
            <a:off x="565455" y="70231"/>
            <a:ext cx="1340086" cy="1340086"/>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9" name="Grafik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266" y="485943"/>
            <a:ext cx="701888" cy="701888"/>
          </a:xfrm>
          <a:prstGeom prst="rect">
            <a:avLst/>
          </a:prstGeom>
        </p:spPr>
      </p:pic>
      <p:pic>
        <p:nvPicPr>
          <p:cNvPr id="200" name="Grafik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464" y="485944"/>
            <a:ext cx="701888" cy="701888"/>
          </a:xfrm>
          <a:prstGeom prst="rect">
            <a:avLst/>
          </a:prstGeom>
        </p:spPr>
      </p:pic>
      <p:pic>
        <p:nvPicPr>
          <p:cNvPr id="201" name="Grafik 14"/>
          <p:cNvPicPr>
            <a:picLocks noChangeAspect="1"/>
          </p:cNvPicPr>
          <p:nvPr/>
        </p:nvPicPr>
        <p:blipFill>
          <a:blip r:embed="rId4"/>
          <a:stretch>
            <a:fillRect/>
          </a:stretch>
        </p:blipFill>
        <p:spPr>
          <a:xfrm>
            <a:off x="696445" y="2643818"/>
            <a:ext cx="336384" cy="336384"/>
          </a:xfrm>
          <a:prstGeom prst="rect">
            <a:avLst/>
          </a:prstGeom>
        </p:spPr>
      </p:pic>
      <p:pic>
        <p:nvPicPr>
          <p:cNvPr id="202" name="Grafik 16"/>
          <p:cNvPicPr>
            <a:picLocks noChangeAspect="1"/>
          </p:cNvPicPr>
          <p:nvPr/>
        </p:nvPicPr>
        <p:blipFill>
          <a:blip r:embed="rId5"/>
          <a:stretch>
            <a:fillRect/>
          </a:stretch>
        </p:blipFill>
        <p:spPr>
          <a:xfrm>
            <a:off x="214066" y="8627364"/>
            <a:ext cx="265742" cy="265742"/>
          </a:xfrm>
          <a:prstGeom prst="rect">
            <a:avLst/>
          </a:prstGeom>
        </p:spPr>
      </p:pic>
      <p:pic>
        <p:nvPicPr>
          <p:cNvPr id="203" name="Grafik 18"/>
          <p:cNvPicPr>
            <a:picLocks noChangeAspect="1"/>
          </p:cNvPicPr>
          <p:nvPr/>
        </p:nvPicPr>
        <p:blipFill>
          <a:blip r:embed="rId6"/>
          <a:stretch>
            <a:fillRect/>
          </a:stretch>
        </p:blipFill>
        <p:spPr>
          <a:xfrm>
            <a:off x="587532" y="8627364"/>
            <a:ext cx="265742" cy="265742"/>
          </a:xfrm>
          <a:prstGeom prst="rect">
            <a:avLst/>
          </a:prstGeom>
        </p:spPr>
      </p:pic>
      <p:pic>
        <p:nvPicPr>
          <p:cNvPr id="204" name="Grafik 20"/>
          <p:cNvPicPr>
            <a:picLocks noChangeAspect="1"/>
          </p:cNvPicPr>
          <p:nvPr/>
        </p:nvPicPr>
        <p:blipFill>
          <a:blip r:embed="rId7"/>
          <a:stretch>
            <a:fillRect/>
          </a:stretch>
        </p:blipFill>
        <p:spPr>
          <a:xfrm>
            <a:off x="989085" y="8607554"/>
            <a:ext cx="265742" cy="265742"/>
          </a:xfrm>
          <a:prstGeom prst="rect">
            <a:avLst/>
          </a:prstGeom>
        </p:spPr>
      </p:pic>
      <p:pic>
        <p:nvPicPr>
          <p:cNvPr id="205" name="Grafik 22"/>
          <p:cNvPicPr>
            <a:picLocks noChangeAspect="1"/>
          </p:cNvPicPr>
          <p:nvPr/>
        </p:nvPicPr>
        <p:blipFill>
          <a:blip r:embed="rId8"/>
          <a:stretch>
            <a:fillRect/>
          </a:stretch>
        </p:blipFill>
        <p:spPr>
          <a:xfrm>
            <a:off x="192676" y="9197885"/>
            <a:ext cx="265742" cy="265742"/>
          </a:xfrm>
          <a:prstGeom prst="rect">
            <a:avLst/>
          </a:prstGeom>
        </p:spPr>
      </p:pic>
      <p:pic>
        <p:nvPicPr>
          <p:cNvPr id="206" name="Grafik 24"/>
          <p:cNvPicPr>
            <a:picLocks noChangeAspect="1"/>
          </p:cNvPicPr>
          <p:nvPr/>
        </p:nvPicPr>
        <p:blipFill>
          <a:blip r:embed="rId9"/>
          <a:stretch>
            <a:fillRect/>
          </a:stretch>
        </p:blipFill>
        <p:spPr>
          <a:xfrm>
            <a:off x="557675" y="9209255"/>
            <a:ext cx="265742" cy="265742"/>
          </a:xfrm>
          <a:prstGeom prst="rect">
            <a:avLst/>
          </a:prstGeom>
        </p:spPr>
      </p:pic>
      <p:pic>
        <p:nvPicPr>
          <p:cNvPr id="207" name="Grafik 26"/>
          <p:cNvPicPr>
            <a:picLocks noChangeAspect="1"/>
          </p:cNvPicPr>
          <p:nvPr/>
        </p:nvPicPr>
        <p:blipFill>
          <a:blip r:embed="rId10"/>
          <a:stretch>
            <a:fillRect/>
          </a:stretch>
        </p:blipFill>
        <p:spPr>
          <a:xfrm>
            <a:off x="157117" y="2643818"/>
            <a:ext cx="336384" cy="336384"/>
          </a:xfrm>
          <a:prstGeom prst="rect">
            <a:avLst/>
          </a:prstGeom>
        </p:spPr>
      </p:pic>
      <p:sp>
        <p:nvSpPr>
          <p:cNvPr id="28" name="Rechteck">
            <a:extLst>
              <a:ext uri="{FF2B5EF4-FFF2-40B4-BE49-F238E27FC236}">
                <a16:creationId xmlns:a16="http://schemas.microsoft.com/office/drawing/2014/main" id="{4750C0A6-490D-4A49-8A18-E73489E56FE9}"/>
              </a:ext>
            </a:extLst>
          </p:cNvPr>
          <p:cNvSpPr>
            <a:spLocks noGrp="1"/>
          </p:cNvSpPr>
          <p:nvPr/>
        </p:nvSpPr>
        <p:spPr>
          <a:xfrm>
            <a:off x="2418199" y="0"/>
            <a:ext cx="147600" cy="9663113"/>
          </a:xfrm>
          <a:prstGeom prst="rect">
            <a:avLst/>
          </a:prstGeom>
          <a:solidFill>
            <a:srgbClr val="92E2FF"/>
          </a:solidFill>
          <a:ln w="3175"/>
        </p:spPr>
        <p:txBody>
          <a:bodyPr lIns="38100" tIns="38100" rIns="38100" bIns="38100" anchor="ctr"/>
          <a:lstStyle/>
          <a:p>
            <a:endParaRPr sz="2800">
              <a:solidFill>
                <a:srgbClr val="FFFFFF"/>
              </a:solidFill>
            </a:endParaRPr>
          </a:p>
        </p:txBody>
      </p:sp>
      <p:sp>
        <p:nvSpPr>
          <p:cNvPr id="30" name="Rechtwinkliges Dreieck 29">
            <a:extLst>
              <a:ext uri="{FF2B5EF4-FFF2-40B4-BE49-F238E27FC236}">
                <a16:creationId xmlns:a16="http://schemas.microsoft.com/office/drawing/2014/main" id="{F58D6FA0-8034-4CC5-8929-30729B0E12D2}"/>
              </a:ext>
            </a:extLst>
          </p:cNvPr>
          <p:cNvSpPr>
            <a:spLocks noGrp="1"/>
          </p:cNvSpPr>
          <p:nvPr/>
        </p:nvSpPr>
        <p:spPr>
          <a:xfrm rot="5400000">
            <a:off x="2372044" y="9709270"/>
            <a:ext cx="239910" cy="147600"/>
          </a:xfrm>
          <a:prstGeom prst="rtTriangle">
            <a:avLst/>
          </a:prstGeom>
          <a:solidFill>
            <a:srgbClr val="92E2FF"/>
          </a:solidFill>
          <a:ln w="3175"/>
        </p:spPr>
        <p:txBody>
          <a:bodyPr lIns="38100" tIns="38100" rIns="38100" bIns="38100" anchor="ctr"/>
          <a:lstStyle/>
          <a:p>
            <a:endParaRPr sz="2800">
              <a:solidFill>
                <a:srgbClr val="FFFFFF"/>
              </a:solidFill>
            </a:endParaRPr>
          </a:p>
        </p:txBody>
      </p:sp>
      <p:pic>
        <p:nvPicPr>
          <p:cNvPr id="210" name="Grafik 38"/>
          <p:cNvPicPr>
            <a:picLocks noChangeAspect="1"/>
          </p:cNvPicPr>
          <p:nvPr/>
        </p:nvPicPr>
        <p:blipFill>
          <a:blip r:embed="rId11"/>
          <a:stretch>
            <a:fillRect/>
          </a:stretch>
        </p:blipFill>
        <p:spPr>
          <a:xfrm>
            <a:off x="1426017" y="8616954"/>
            <a:ext cx="265742" cy="265742"/>
          </a:xfrm>
          <a:prstGeom prst="rect">
            <a:avLst/>
          </a:prstGeom>
        </p:spPr>
      </p:pic>
      <p:pic>
        <p:nvPicPr>
          <p:cNvPr id="211" name="Grafik 40"/>
          <p:cNvPicPr>
            <a:picLocks noChangeAspect="1"/>
          </p:cNvPicPr>
          <p:nvPr/>
        </p:nvPicPr>
        <p:blipFill>
          <a:blip r:embed="rId12"/>
          <a:stretch>
            <a:fillRect/>
          </a:stretch>
        </p:blipFill>
        <p:spPr>
          <a:xfrm>
            <a:off x="961029" y="9197885"/>
            <a:ext cx="265742" cy="265742"/>
          </a:xfrm>
          <a:prstGeom prst="rect">
            <a:avLst/>
          </a:prstGeom>
        </p:spPr>
      </p:pic>
      <p:sp>
        <p:nvSpPr>
          <p:cNvPr id="46" name="40%">
            <a:extLst>
              <a:ext uri="{FF2B5EF4-FFF2-40B4-BE49-F238E27FC236}">
                <a16:creationId xmlns:a16="http://schemas.microsoft.com/office/drawing/2014/main" id="{B105F850-775B-4953-9FDA-6173836F405B}"/>
              </a:ext>
            </a:extLst>
          </p:cNvPr>
          <p:cNvSpPr>
            <a:spLocks noGrp="1"/>
          </p:cNvSpPr>
          <p:nvPr/>
        </p:nvSpPr>
        <p:spPr>
          <a:xfrm>
            <a:off x="141795"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7" name="5%">
            <a:extLst>
              <a:ext uri="{FF2B5EF4-FFF2-40B4-BE49-F238E27FC236}">
                <a16:creationId xmlns:a16="http://schemas.microsoft.com/office/drawing/2014/main" id="{B761FD74-41CC-4517-8360-224480B54095}"/>
              </a:ext>
            </a:extLst>
          </p:cNvPr>
          <p:cNvSpPr>
            <a:spLocks noGrp="1"/>
          </p:cNvSpPr>
          <p:nvPr/>
        </p:nvSpPr>
        <p:spPr>
          <a:xfrm>
            <a:off x="1032574" y="8946358"/>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48" name="15%">
            <a:extLst>
              <a:ext uri="{FF2B5EF4-FFF2-40B4-BE49-F238E27FC236}">
                <a16:creationId xmlns:a16="http://schemas.microsoft.com/office/drawing/2014/main" id="{B3AFBE9D-3B87-4EEE-A4DC-243DAB4A00FF}"/>
              </a:ext>
            </a:extLst>
          </p:cNvPr>
          <p:cNvSpPr>
            <a:spLocks noGrp="1"/>
          </p:cNvSpPr>
          <p:nvPr/>
        </p:nvSpPr>
        <p:spPr>
          <a:xfrm>
            <a:off x="570182"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49" name="40%">
            <a:extLst>
              <a:ext uri="{FF2B5EF4-FFF2-40B4-BE49-F238E27FC236}">
                <a16:creationId xmlns:a16="http://schemas.microsoft.com/office/drawing/2014/main" id="{141A722F-4165-4835-A979-F38C4B4AB514}"/>
              </a:ext>
            </a:extLst>
          </p:cNvPr>
          <p:cNvSpPr>
            <a:spLocks noGrp="1"/>
          </p:cNvSpPr>
          <p:nvPr/>
        </p:nvSpPr>
        <p:spPr>
          <a:xfrm>
            <a:off x="529148"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50" name="0%">
            <a:extLst>
              <a:ext uri="{FF2B5EF4-FFF2-40B4-BE49-F238E27FC236}">
                <a16:creationId xmlns:a16="http://schemas.microsoft.com/office/drawing/2014/main" id="{93267ABD-3B59-438D-939B-BF4207DA111D}"/>
              </a:ext>
            </a:extLst>
          </p:cNvPr>
          <p:cNvSpPr>
            <a:spLocks noGrp="1"/>
          </p:cNvSpPr>
          <p:nvPr/>
        </p:nvSpPr>
        <p:spPr>
          <a:xfrm>
            <a:off x="935999"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pic>
        <p:nvPicPr>
          <p:cNvPr id="217" name="Grafik 51"/>
          <p:cNvPicPr>
            <a:picLocks noChangeAspect="1"/>
          </p:cNvPicPr>
          <p:nvPr/>
        </p:nvPicPr>
        <p:blipFill>
          <a:blip r:embed="rId13"/>
          <a:stretch>
            <a:fillRect/>
          </a:stretch>
        </p:blipFill>
        <p:spPr>
          <a:xfrm>
            <a:off x="1888922" y="8656394"/>
            <a:ext cx="265743" cy="265743"/>
          </a:xfrm>
          <a:prstGeom prst="rect">
            <a:avLst/>
          </a:prstGeom>
        </p:spPr>
      </p:pic>
      <p:sp>
        <p:nvSpPr>
          <p:cNvPr id="53" name="40%">
            <a:extLst>
              <a:ext uri="{FF2B5EF4-FFF2-40B4-BE49-F238E27FC236}">
                <a16:creationId xmlns:a16="http://schemas.microsoft.com/office/drawing/2014/main" id="{93F35EC7-36D9-4745-9986-C4FE7847053C}"/>
              </a:ext>
            </a:extLst>
          </p:cNvPr>
          <p:cNvSpPr>
            <a:spLocks noGrp="1"/>
          </p:cNvSpPr>
          <p:nvPr/>
        </p:nvSpPr>
        <p:spPr>
          <a:xfrm>
            <a:off x="120429" y="9513745"/>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30%</a:t>
            </a:r>
          </a:p>
        </p:txBody>
      </p:sp>
      <p:sp>
        <p:nvSpPr>
          <p:cNvPr id="54" name="5%">
            <a:extLst>
              <a:ext uri="{FF2B5EF4-FFF2-40B4-BE49-F238E27FC236}">
                <a16:creationId xmlns:a16="http://schemas.microsoft.com/office/drawing/2014/main" id="{42115540-9E2E-4549-A8B0-48B52CFC47CF}"/>
              </a:ext>
            </a:extLst>
          </p:cNvPr>
          <p:cNvSpPr>
            <a:spLocks noGrp="1"/>
          </p:cNvSpPr>
          <p:nvPr/>
        </p:nvSpPr>
        <p:spPr>
          <a:xfrm>
            <a:off x="1445958" y="8946359"/>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6" name="5%">
            <a:extLst>
              <a:ext uri="{FF2B5EF4-FFF2-40B4-BE49-F238E27FC236}">
                <a16:creationId xmlns:a16="http://schemas.microsoft.com/office/drawing/2014/main" id="{D9049078-B517-4566-B31B-5005796A8C8F}"/>
              </a:ext>
            </a:extLst>
          </p:cNvPr>
          <p:cNvSpPr>
            <a:spLocks noGrp="1"/>
          </p:cNvSpPr>
          <p:nvPr/>
        </p:nvSpPr>
        <p:spPr>
          <a:xfrm>
            <a:off x="1830089" y="8952984"/>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57" name="Persönlichkeit">
            <a:extLst>
              <a:ext uri="{FF2B5EF4-FFF2-40B4-BE49-F238E27FC236}">
                <a16:creationId xmlns:a16="http://schemas.microsoft.com/office/drawing/2014/main" id="{28B2D65B-7C0A-4540-9BB1-3A2BA1C3B320}"/>
              </a:ext>
            </a:extLst>
          </p:cNvPr>
          <p:cNvSpPr>
            <a:spLocks noGrp="1"/>
          </p:cNvSpPr>
          <p:nvPr/>
        </p:nvSpPr>
        <p:spPr>
          <a:xfrm>
            <a:off x="134284" y="4389010"/>
            <a:ext cx="1357206"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Internet</a:t>
            </a:r>
          </a:p>
        </p:txBody>
      </p:sp>
      <p:sp>
        <p:nvSpPr>
          <p:cNvPr id="58" name="Extrovertiert">
            <a:extLst>
              <a:ext uri="{FF2B5EF4-FFF2-40B4-BE49-F238E27FC236}">
                <a16:creationId xmlns:a16="http://schemas.microsoft.com/office/drawing/2014/main" id="{A8560577-5D82-4078-A956-BA30B12556FD}"/>
              </a:ext>
            </a:extLst>
          </p:cNvPr>
          <p:cNvSpPr>
            <a:spLocks noGrp="1"/>
          </p:cNvSpPr>
          <p:nvPr/>
        </p:nvSpPr>
        <p:spPr>
          <a:xfrm>
            <a:off x="82760" y="5533534"/>
            <a:ext cx="88992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Extrovertiert</a:t>
            </a:r>
          </a:p>
        </p:txBody>
      </p:sp>
      <p:sp>
        <p:nvSpPr>
          <p:cNvPr id="59" name="Introvertiert">
            <a:extLst>
              <a:ext uri="{FF2B5EF4-FFF2-40B4-BE49-F238E27FC236}">
                <a16:creationId xmlns:a16="http://schemas.microsoft.com/office/drawing/2014/main" id="{124657A9-77EC-40D8-B30E-DCE00AD3FC02}"/>
              </a:ext>
            </a:extLst>
          </p:cNvPr>
          <p:cNvSpPr>
            <a:spLocks noGrp="1"/>
          </p:cNvSpPr>
          <p:nvPr/>
        </p:nvSpPr>
        <p:spPr>
          <a:xfrm>
            <a:off x="1388058" y="5537642"/>
            <a:ext cx="852703"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Introvertiert</a:t>
            </a:r>
          </a:p>
        </p:txBody>
      </p:sp>
      <p:sp>
        <p:nvSpPr>
          <p:cNvPr id="60" name="Planer">
            <a:extLst>
              <a:ext uri="{FF2B5EF4-FFF2-40B4-BE49-F238E27FC236}">
                <a16:creationId xmlns:a16="http://schemas.microsoft.com/office/drawing/2014/main" id="{D0FE18F3-FED4-4291-A264-345476A3EB02}"/>
              </a:ext>
            </a:extLst>
          </p:cNvPr>
          <p:cNvSpPr>
            <a:spLocks noGrp="1"/>
          </p:cNvSpPr>
          <p:nvPr/>
        </p:nvSpPr>
        <p:spPr>
          <a:xfrm>
            <a:off x="77024" y="5893187"/>
            <a:ext cx="1022692"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Planer</a:t>
            </a:r>
          </a:p>
        </p:txBody>
      </p:sp>
      <p:sp>
        <p:nvSpPr>
          <p:cNvPr id="61" name="Spontan">
            <a:extLst>
              <a:ext uri="{FF2B5EF4-FFF2-40B4-BE49-F238E27FC236}">
                <a16:creationId xmlns:a16="http://schemas.microsoft.com/office/drawing/2014/main" id="{88C99627-9916-45EB-B20F-0BCF83C38230}"/>
              </a:ext>
            </a:extLst>
          </p:cNvPr>
          <p:cNvSpPr>
            <a:spLocks noGrp="1"/>
          </p:cNvSpPr>
          <p:nvPr/>
        </p:nvSpPr>
        <p:spPr>
          <a:xfrm>
            <a:off x="1566050" y="5893187"/>
            <a:ext cx="612497"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Spontan</a:t>
            </a:r>
          </a:p>
        </p:txBody>
      </p:sp>
      <p:sp>
        <p:nvSpPr>
          <p:cNvPr id="62" name="Fühlen">
            <a:extLst>
              <a:ext uri="{FF2B5EF4-FFF2-40B4-BE49-F238E27FC236}">
                <a16:creationId xmlns:a16="http://schemas.microsoft.com/office/drawing/2014/main" id="{6747BE4F-8950-43D7-92CD-F1E0184B75EA}"/>
              </a:ext>
            </a:extLst>
          </p:cNvPr>
          <p:cNvSpPr>
            <a:spLocks noGrp="1"/>
          </p:cNvSpPr>
          <p:nvPr/>
        </p:nvSpPr>
        <p:spPr>
          <a:xfrm>
            <a:off x="1725637" y="6265328"/>
            <a:ext cx="692318"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Fühlen</a:t>
            </a:r>
          </a:p>
        </p:txBody>
      </p:sp>
      <p:sp>
        <p:nvSpPr>
          <p:cNvPr id="63" name="Konservativ">
            <a:extLst>
              <a:ext uri="{FF2B5EF4-FFF2-40B4-BE49-F238E27FC236}">
                <a16:creationId xmlns:a16="http://schemas.microsoft.com/office/drawing/2014/main" id="{5CA6DB11-9BCE-46D7-BD8F-B487B45784CC}"/>
              </a:ext>
            </a:extLst>
          </p:cNvPr>
          <p:cNvSpPr>
            <a:spLocks noGrp="1"/>
          </p:cNvSpPr>
          <p:nvPr/>
        </p:nvSpPr>
        <p:spPr>
          <a:xfrm>
            <a:off x="82340" y="6663407"/>
            <a:ext cx="838450"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Konservativ</a:t>
            </a:r>
          </a:p>
        </p:txBody>
      </p:sp>
      <p:sp>
        <p:nvSpPr>
          <p:cNvPr id="64" name="Liberal">
            <a:extLst>
              <a:ext uri="{FF2B5EF4-FFF2-40B4-BE49-F238E27FC236}">
                <a16:creationId xmlns:a16="http://schemas.microsoft.com/office/drawing/2014/main" id="{CBB632E1-2BE6-4B4E-8ECF-5009DEBD8877}"/>
              </a:ext>
            </a:extLst>
          </p:cNvPr>
          <p:cNvSpPr>
            <a:spLocks noGrp="1"/>
          </p:cNvSpPr>
          <p:nvPr/>
        </p:nvSpPr>
        <p:spPr>
          <a:xfrm>
            <a:off x="1765096" y="6649904"/>
            <a:ext cx="51938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Liberal</a:t>
            </a:r>
          </a:p>
        </p:txBody>
      </p:sp>
      <p:sp>
        <p:nvSpPr>
          <p:cNvPr id="65" name="Anführer">
            <a:extLst>
              <a:ext uri="{FF2B5EF4-FFF2-40B4-BE49-F238E27FC236}">
                <a16:creationId xmlns:a16="http://schemas.microsoft.com/office/drawing/2014/main" id="{263BF284-5B72-4F84-A1D0-EB617316CB00}"/>
              </a:ext>
            </a:extLst>
          </p:cNvPr>
          <p:cNvSpPr>
            <a:spLocks noGrp="1"/>
          </p:cNvSpPr>
          <p:nvPr/>
        </p:nvSpPr>
        <p:spPr>
          <a:xfrm>
            <a:off x="104432" y="7101330"/>
            <a:ext cx="64721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Anführer</a:t>
            </a:r>
          </a:p>
        </p:txBody>
      </p:sp>
      <p:sp>
        <p:nvSpPr>
          <p:cNvPr id="66" name="Nachahmer">
            <a:extLst>
              <a:ext uri="{FF2B5EF4-FFF2-40B4-BE49-F238E27FC236}">
                <a16:creationId xmlns:a16="http://schemas.microsoft.com/office/drawing/2014/main" id="{D5226E57-86B7-4C63-B917-4FDDC04A6B2B}"/>
              </a:ext>
            </a:extLst>
          </p:cNvPr>
          <p:cNvSpPr>
            <a:spLocks noGrp="1"/>
          </p:cNvSpPr>
          <p:nvPr/>
        </p:nvSpPr>
        <p:spPr>
          <a:xfrm>
            <a:off x="1453692" y="7069712"/>
            <a:ext cx="83937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Nachahmer</a:t>
            </a:r>
          </a:p>
        </p:txBody>
      </p:sp>
      <p:sp>
        <p:nvSpPr>
          <p:cNvPr id="67" name="Internet">
            <a:extLst>
              <a:ext uri="{FF2B5EF4-FFF2-40B4-BE49-F238E27FC236}">
                <a16:creationId xmlns:a16="http://schemas.microsoft.com/office/drawing/2014/main" id="{74A13C56-17B0-4C31-9510-B5E300B78A64}"/>
              </a:ext>
            </a:extLst>
          </p:cNvPr>
          <p:cNvSpPr>
            <a:spLocks noGrp="1"/>
          </p:cNvSpPr>
          <p:nvPr/>
        </p:nvSpPr>
        <p:spPr>
          <a:xfrm>
            <a:off x="101283" y="3669842"/>
            <a:ext cx="961917"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Technologie</a:t>
            </a:r>
          </a:p>
        </p:txBody>
      </p:sp>
      <p:sp>
        <p:nvSpPr>
          <p:cNvPr id="68" name="Software und Apps">
            <a:extLst>
              <a:ext uri="{FF2B5EF4-FFF2-40B4-BE49-F238E27FC236}">
                <a16:creationId xmlns:a16="http://schemas.microsoft.com/office/drawing/2014/main" id="{3362B1B7-D87D-481B-BE54-011F77612331}"/>
              </a:ext>
            </a:extLst>
          </p:cNvPr>
          <p:cNvSpPr>
            <a:spLocks noGrp="1"/>
          </p:cNvSpPr>
          <p:nvPr/>
        </p:nvSpPr>
        <p:spPr>
          <a:xfrm>
            <a:off x="110811" y="4049132"/>
            <a:ext cx="133783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Software und Apps</a:t>
            </a:r>
          </a:p>
        </p:txBody>
      </p:sp>
      <p:sp>
        <p:nvSpPr>
          <p:cNvPr id="70" name="Rechteck">
            <a:extLst>
              <a:ext uri="{FF2B5EF4-FFF2-40B4-BE49-F238E27FC236}">
                <a16:creationId xmlns:a16="http://schemas.microsoft.com/office/drawing/2014/main" id="{5D8690B6-5E99-4750-88E0-64565D577282}"/>
              </a:ext>
            </a:extLst>
          </p:cNvPr>
          <p:cNvSpPr>
            <a:spLocks noGrp="1"/>
          </p:cNvSpPr>
          <p:nvPr/>
        </p:nvSpPr>
        <p:spPr>
          <a:xfrm>
            <a:off x="104433"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a:ext uri="{FF2B5EF4-FFF2-40B4-BE49-F238E27FC236}">
                <a16:creationId xmlns:a16="http://schemas.microsoft.com/office/drawing/2014/main" id="{32848BB3-5727-4D6A-A110-F633A76793A3}"/>
              </a:ext>
            </a:extLst>
          </p:cNvPr>
          <p:cNvSpPr>
            <a:spLocks noGrp="1"/>
          </p:cNvSpPr>
          <p:nvPr/>
        </p:nvSpPr>
        <p:spPr>
          <a:xfrm>
            <a:off x="9572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a:ext uri="{FF2B5EF4-FFF2-40B4-BE49-F238E27FC236}">
                <a16:creationId xmlns:a16="http://schemas.microsoft.com/office/drawing/2014/main" id="{50062F09-FC3A-4349-86B5-36B0E542BC34}"/>
              </a:ext>
            </a:extLst>
          </p:cNvPr>
          <p:cNvSpPr>
            <a:spLocks noGrp="1"/>
          </p:cNvSpPr>
          <p:nvPr/>
        </p:nvSpPr>
        <p:spPr>
          <a:xfrm>
            <a:off x="530832" y="73232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a:ext uri="{FF2B5EF4-FFF2-40B4-BE49-F238E27FC236}">
                <a16:creationId xmlns:a16="http://schemas.microsoft.com/office/drawing/2014/main" id="{A73686BC-7D33-487D-A59D-B8A2614EC025}"/>
              </a:ext>
            </a:extLst>
          </p:cNvPr>
          <p:cNvSpPr>
            <a:spLocks noGrp="1"/>
          </p:cNvSpPr>
          <p:nvPr/>
        </p:nvSpPr>
        <p:spPr>
          <a:xfrm>
            <a:off x="13836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a:ext uri="{FF2B5EF4-FFF2-40B4-BE49-F238E27FC236}">
                <a16:creationId xmlns:a16="http://schemas.microsoft.com/office/drawing/2014/main" id="{2D768AB4-9B3F-4F96-A6FA-02EA6985981F}"/>
              </a:ext>
            </a:extLst>
          </p:cNvPr>
          <p:cNvSpPr>
            <a:spLocks noGrp="1"/>
          </p:cNvSpPr>
          <p:nvPr/>
        </p:nvSpPr>
        <p:spPr>
          <a:xfrm>
            <a:off x="18100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a:ext uri="{FF2B5EF4-FFF2-40B4-BE49-F238E27FC236}">
                <a16:creationId xmlns:a16="http://schemas.microsoft.com/office/drawing/2014/main" id="{2893C15A-D55F-48CF-81A6-F3AB22FFC2D2}"/>
              </a:ext>
            </a:extLst>
          </p:cNvPr>
          <p:cNvSpPr>
            <a:spLocks noGrp="1"/>
          </p:cNvSpPr>
          <p:nvPr/>
        </p:nvSpPr>
        <p:spPr>
          <a:xfrm>
            <a:off x="104433"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a:ext uri="{FF2B5EF4-FFF2-40B4-BE49-F238E27FC236}">
                <a16:creationId xmlns:a16="http://schemas.microsoft.com/office/drawing/2014/main" id="{894ED74E-0855-43C5-932B-565CB7C6450D}"/>
              </a:ext>
            </a:extLst>
          </p:cNvPr>
          <p:cNvSpPr>
            <a:spLocks noGrp="1"/>
          </p:cNvSpPr>
          <p:nvPr/>
        </p:nvSpPr>
        <p:spPr>
          <a:xfrm>
            <a:off x="957231" y="6915851"/>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a:ext uri="{FF2B5EF4-FFF2-40B4-BE49-F238E27FC236}">
                <a16:creationId xmlns:a16="http://schemas.microsoft.com/office/drawing/2014/main" id="{E07F87FB-4967-49CB-B94A-BAB21B47469C}"/>
              </a:ext>
            </a:extLst>
          </p:cNvPr>
          <p:cNvSpPr>
            <a:spLocks noGrp="1"/>
          </p:cNvSpPr>
          <p:nvPr/>
        </p:nvSpPr>
        <p:spPr>
          <a:xfrm>
            <a:off x="5308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a:ext uri="{FF2B5EF4-FFF2-40B4-BE49-F238E27FC236}">
                <a16:creationId xmlns:a16="http://schemas.microsoft.com/office/drawing/2014/main" id="{C845B0A9-1EBA-4AEF-A447-6554E0DC703C}"/>
              </a:ext>
            </a:extLst>
          </p:cNvPr>
          <p:cNvSpPr>
            <a:spLocks noGrp="1"/>
          </p:cNvSpPr>
          <p:nvPr/>
        </p:nvSpPr>
        <p:spPr>
          <a:xfrm>
            <a:off x="13836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a:ext uri="{FF2B5EF4-FFF2-40B4-BE49-F238E27FC236}">
                <a16:creationId xmlns:a16="http://schemas.microsoft.com/office/drawing/2014/main" id="{163E74F4-C97B-4DEB-AB21-694386DCF696}"/>
              </a:ext>
            </a:extLst>
          </p:cNvPr>
          <p:cNvSpPr>
            <a:spLocks noGrp="1"/>
          </p:cNvSpPr>
          <p:nvPr/>
        </p:nvSpPr>
        <p:spPr>
          <a:xfrm>
            <a:off x="18100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a:ext uri="{FF2B5EF4-FFF2-40B4-BE49-F238E27FC236}">
                <a16:creationId xmlns:a16="http://schemas.microsoft.com/office/drawing/2014/main" id="{981752B2-BA7C-4625-B3BD-C21A8A17C794}"/>
              </a:ext>
            </a:extLst>
          </p:cNvPr>
          <p:cNvSpPr>
            <a:spLocks noGrp="1"/>
          </p:cNvSpPr>
          <p:nvPr/>
        </p:nvSpPr>
        <p:spPr>
          <a:xfrm>
            <a:off x="104433"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a:ext uri="{FF2B5EF4-FFF2-40B4-BE49-F238E27FC236}">
                <a16:creationId xmlns:a16="http://schemas.microsoft.com/office/drawing/2014/main" id="{4B4202E3-481A-4E89-91C4-A67D664BEEC1}"/>
              </a:ext>
            </a:extLst>
          </p:cNvPr>
          <p:cNvSpPr>
            <a:spLocks noGrp="1"/>
          </p:cNvSpPr>
          <p:nvPr/>
        </p:nvSpPr>
        <p:spPr>
          <a:xfrm>
            <a:off x="9572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a:ext uri="{FF2B5EF4-FFF2-40B4-BE49-F238E27FC236}">
                <a16:creationId xmlns:a16="http://schemas.microsoft.com/office/drawing/2014/main" id="{F7E302B0-AEA3-4392-8C92-8B5FC3DDDD96}"/>
              </a:ext>
            </a:extLst>
          </p:cNvPr>
          <p:cNvSpPr>
            <a:spLocks noGrp="1"/>
          </p:cNvSpPr>
          <p:nvPr/>
        </p:nvSpPr>
        <p:spPr>
          <a:xfrm>
            <a:off x="530832" y="6509182"/>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a:ext uri="{FF2B5EF4-FFF2-40B4-BE49-F238E27FC236}">
                <a16:creationId xmlns:a16="http://schemas.microsoft.com/office/drawing/2014/main" id="{A8E1725A-20BE-4B0A-A477-341A0AF44666}"/>
              </a:ext>
            </a:extLst>
          </p:cNvPr>
          <p:cNvSpPr>
            <a:spLocks noGrp="1"/>
          </p:cNvSpPr>
          <p:nvPr/>
        </p:nvSpPr>
        <p:spPr>
          <a:xfrm>
            <a:off x="13836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a:ext uri="{FF2B5EF4-FFF2-40B4-BE49-F238E27FC236}">
                <a16:creationId xmlns:a16="http://schemas.microsoft.com/office/drawing/2014/main" id="{18BE0286-73B7-4FB5-BBC5-7D83BA983331}"/>
              </a:ext>
            </a:extLst>
          </p:cNvPr>
          <p:cNvSpPr>
            <a:spLocks noGrp="1"/>
          </p:cNvSpPr>
          <p:nvPr/>
        </p:nvSpPr>
        <p:spPr>
          <a:xfrm>
            <a:off x="18100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a:ext uri="{FF2B5EF4-FFF2-40B4-BE49-F238E27FC236}">
                <a16:creationId xmlns:a16="http://schemas.microsoft.com/office/drawing/2014/main" id="{B75F36B9-DE97-47B1-B92E-F3DD298050BB}"/>
              </a:ext>
            </a:extLst>
          </p:cNvPr>
          <p:cNvSpPr>
            <a:spLocks noGrp="1"/>
          </p:cNvSpPr>
          <p:nvPr/>
        </p:nvSpPr>
        <p:spPr>
          <a:xfrm>
            <a:off x="83050" y="6264018"/>
            <a:ext cx="601603" cy="212268"/>
          </a:xfrm>
          <a:prstGeom prst="rect">
            <a:avLst/>
          </a:prstGeom>
          <a:ln w="3175"/>
        </p:spPr>
        <p:txBody>
          <a:bodyPr lIns="38100" tIns="38100" rIns="38100" bIns="38100" anchor="ctr"/>
          <a:lstStyle>
            <a:lvl1pPr algn="l">
              <a:buNone/>
              <a:defRPr sz="1400" b="0" spc="70">
                <a:solidFill>
                  <a:srgbClr val="FFFFFF"/>
                </a:solidFill>
                <a:latin typeface="Futura"/>
                <a:ea typeface="Futura"/>
                <a:cs typeface="Futura"/>
              </a:defRPr>
            </a:lvl1pPr>
          </a:lstStyle>
          <a:p>
            <a:r>
              <a:rPr sz="1000">
                <a:latin typeface="Arial"/>
                <a:ea typeface="Arial"/>
                <a:cs typeface="Arial"/>
              </a:rPr>
              <a:t>Denken</a:t>
            </a:r>
          </a:p>
        </p:txBody>
      </p:sp>
      <p:sp>
        <p:nvSpPr>
          <p:cNvPr id="89" name="Rechteck">
            <a:extLst>
              <a:ext uri="{FF2B5EF4-FFF2-40B4-BE49-F238E27FC236}">
                <a16:creationId xmlns:a16="http://schemas.microsoft.com/office/drawing/2014/main" id="{A3C9F528-BB90-46BE-80DC-52099D74C9A6}"/>
              </a:ext>
            </a:extLst>
          </p:cNvPr>
          <p:cNvSpPr>
            <a:spLocks noGrp="1"/>
          </p:cNvSpPr>
          <p:nvPr/>
        </p:nvSpPr>
        <p:spPr>
          <a:xfrm>
            <a:off x="104432" y="6128603"/>
            <a:ext cx="38377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a:ext uri="{FF2B5EF4-FFF2-40B4-BE49-F238E27FC236}">
                <a16:creationId xmlns:a16="http://schemas.microsoft.com/office/drawing/2014/main" id="{97DF5059-236D-45CA-920E-3ACB08422480}"/>
              </a:ext>
            </a:extLst>
          </p:cNvPr>
          <p:cNvSpPr>
            <a:spLocks noGrp="1"/>
          </p:cNvSpPr>
          <p:nvPr/>
        </p:nvSpPr>
        <p:spPr>
          <a:xfrm>
            <a:off x="943716"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a:ext uri="{FF2B5EF4-FFF2-40B4-BE49-F238E27FC236}">
                <a16:creationId xmlns:a16="http://schemas.microsoft.com/office/drawing/2014/main" id="{A3204F46-9E27-4B78-B33E-F2E82A35F0E2}"/>
              </a:ext>
            </a:extLst>
          </p:cNvPr>
          <p:cNvSpPr>
            <a:spLocks noGrp="1"/>
          </p:cNvSpPr>
          <p:nvPr/>
        </p:nvSpPr>
        <p:spPr>
          <a:xfrm>
            <a:off x="524074"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a:ext uri="{FF2B5EF4-FFF2-40B4-BE49-F238E27FC236}">
                <a16:creationId xmlns:a16="http://schemas.microsoft.com/office/drawing/2014/main" id="{E3B81E32-966D-4D2B-9C5A-BDA5A15900F0}"/>
              </a:ext>
            </a:extLst>
          </p:cNvPr>
          <p:cNvSpPr>
            <a:spLocks noGrp="1"/>
          </p:cNvSpPr>
          <p:nvPr/>
        </p:nvSpPr>
        <p:spPr>
          <a:xfrm>
            <a:off x="1363359" y="6128603"/>
            <a:ext cx="383779"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a:ext uri="{FF2B5EF4-FFF2-40B4-BE49-F238E27FC236}">
                <a16:creationId xmlns:a16="http://schemas.microsoft.com/office/drawing/2014/main" id="{935711A5-2D3F-4D34-BA88-720C70F80BDC}"/>
              </a:ext>
            </a:extLst>
          </p:cNvPr>
          <p:cNvSpPr>
            <a:spLocks noGrp="1"/>
          </p:cNvSpPr>
          <p:nvPr/>
        </p:nvSpPr>
        <p:spPr>
          <a:xfrm>
            <a:off x="1783001"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a:ext uri="{FF2B5EF4-FFF2-40B4-BE49-F238E27FC236}">
                <a16:creationId xmlns:a16="http://schemas.microsoft.com/office/drawing/2014/main" id="{E7AF644E-B7C8-48BA-9BC0-F16ED3FCD9BD}"/>
              </a:ext>
            </a:extLst>
          </p:cNvPr>
          <p:cNvSpPr>
            <a:spLocks noGrp="1"/>
          </p:cNvSpPr>
          <p:nvPr/>
        </p:nvSpPr>
        <p:spPr>
          <a:xfrm>
            <a:off x="104433"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a:ext uri="{FF2B5EF4-FFF2-40B4-BE49-F238E27FC236}">
                <a16:creationId xmlns:a16="http://schemas.microsoft.com/office/drawing/2014/main" id="{62CE3595-C01C-4834-B9EF-A74F8C8D0AAA}"/>
              </a:ext>
            </a:extLst>
          </p:cNvPr>
          <p:cNvSpPr>
            <a:spLocks noGrp="1"/>
          </p:cNvSpPr>
          <p:nvPr/>
        </p:nvSpPr>
        <p:spPr>
          <a:xfrm>
            <a:off x="9572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a:ext uri="{FF2B5EF4-FFF2-40B4-BE49-F238E27FC236}">
                <a16:creationId xmlns:a16="http://schemas.microsoft.com/office/drawing/2014/main" id="{EBA9E952-394A-464C-AED1-2BAAE4332FA5}"/>
              </a:ext>
            </a:extLst>
          </p:cNvPr>
          <p:cNvSpPr>
            <a:spLocks noGrp="1"/>
          </p:cNvSpPr>
          <p:nvPr/>
        </p:nvSpPr>
        <p:spPr>
          <a:xfrm>
            <a:off x="530832" y="57643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a:ext uri="{FF2B5EF4-FFF2-40B4-BE49-F238E27FC236}">
                <a16:creationId xmlns:a16="http://schemas.microsoft.com/office/drawing/2014/main" id="{31BB97C8-DDB2-42E3-AA46-85C7FE8E76C7}"/>
              </a:ext>
            </a:extLst>
          </p:cNvPr>
          <p:cNvSpPr>
            <a:spLocks noGrp="1"/>
          </p:cNvSpPr>
          <p:nvPr/>
        </p:nvSpPr>
        <p:spPr>
          <a:xfrm>
            <a:off x="13836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a:ext uri="{FF2B5EF4-FFF2-40B4-BE49-F238E27FC236}">
                <a16:creationId xmlns:a16="http://schemas.microsoft.com/office/drawing/2014/main" id="{66614AE4-75B5-4E0E-9950-5155BD83585C}"/>
              </a:ext>
            </a:extLst>
          </p:cNvPr>
          <p:cNvSpPr>
            <a:spLocks noGrp="1"/>
          </p:cNvSpPr>
          <p:nvPr/>
        </p:nvSpPr>
        <p:spPr>
          <a:xfrm>
            <a:off x="18100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a:ext uri="{FF2B5EF4-FFF2-40B4-BE49-F238E27FC236}">
                <a16:creationId xmlns:a16="http://schemas.microsoft.com/office/drawing/2014/main" id="{93507A3D-06A4-4B77-9637-72FD4F3E3537}"/>
              </a:ext>
            </a:extLst>
          </p:cNvPr>
          <p:cNvSpPr>
            <a:spLocks noGrp="1"/>
          </p:cNvSpPr>
          <p:nvPr/>
        </p:nvSpPr>
        <p:spPr>
          <a:xfrm>
            <a:off x="137507"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a:ext uri="{FF2B5EF4-FFF2-40B4-BE49-F238E27FC236}">
                <a16:creationId xmlns:a16="http://schemas.microsoft.com/office/drawing/2014/main" id="{D4076C11-A33F-4679-B084-F0A7D36FD31E}"/>
              </a:ext>
            </a:extLst>
          </p:cNvPr>
          <p:cNvSpPr>
            <a:spLocks noGrp="1"/>
          </p:cNvSpPr>
          <p:nvPr/>
        </p:nvSpPr>
        <p:spPr>
          <a:xfrm>
            <a:off x="990305"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a:ext uri="{FF2B5EF4-FFF2-40B4-BE49-F238E27FC236}">
                <a16:creationId xmlns:a16="http://schemas.microsoft.com/office/drawing/2014/main" id="{ED584246-6A7F-4E47-861C-A0935E8FDAE0}"/>
              </a:ext>
            </a:extLst>
          </p:cNvPr>
          <p:cNvSpPr>
            <a:spLocks noGrp="1"/>
          </p:cNvSpPr>
          <p:nvPr/>
        </p:nvSpPr>
        <p:spPr>
          <a:xfrm>
            <a:off x="5639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a:ext uri="{FF2B5EF4-FFF2-40B4-BE49-F238E27FC236}">
                <a16:creationId xmlns:a16="http://schemas.microsoft.com/office/drawing/2014/main" id="{C8E00D01-A25E-4123-B26F-465076D35C01}"/>
              </a:ext>
            </a:extLst>
          </p:cNvPr>
          <p:cNvSpPr>
            <a:spLocks noGrp="1"/>
          </p:cNvSpPr>
          <p:nvPr/>
        </p:nvSpPr>
        <p:spPr>
          <a:xfrm>
            <a:off x="14167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a:ext uri="{FF2B5EF4-FFF2-40B4-BE49-F238E27FC236}">
                <a16:creationId xmlns:a16="http://schemas.microsoft.com/office/drawing/2014/main" id="{EEDE575F-961E-46D4-A388-3C0627E5FE3E}"/>
              </a:ext>
            </a:extLst>
          </p:cNvPr>
          <p:cNvSpPr>
            <a:spLocks noGrp="1"/>
          </p:cNvSpPr>
          <p:nvPr/>
        </p:nvSpPr>
        <p:spPr>
          <a:xfrm>
            <a:off x="1843105"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a:ext uri="{FF2B5EF4-FFF2-40B4-BE49-F238E27FC236}">
                <a16:creationId xmlns:a16="http://schemas.microsoft.com/office/drawing/2014/main" id="{DFA6F396-E9EA-4F96-A4C7-C346F6D5B455}"/>
              </a:ext>
            </a:extLst>
          </p:cNvPr>
          <p:cNvSpPr>
            <a:spLocks noGrp="1"/>
          </p:cNvSpPr>
          <p:nvPr/>
        </p:nvSpPr>
        <p:spPr>
          <a:xfrm>
            <a:off x="137507"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a:ext uri="{FF2B5EF4-FFF2-40B4-BE49-F238E27FC236}">
                <a16:creationId xmlns:a16="http://schemas.microsoft.com/office/drawing/2014/main" id="{3BC10C83-EACE-4C25-B121-AD97099C3738}"/>
              </a:ext>
            </a:extLst>
          </p:cNvPr>
          <p:cNvSpPr>
            <a:spLocks noGrp="1"/>
          </p:cNvSpPr>
          <p:nvPr/>
        </p:nvSpPr>
        <p:spPr>
          <a:xfrm>
            <a:off x="990305"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a:ext uri="{FF2B5EF4-FFF2-40B4-BE49-F238E27FC236}">
                <a16:creationId xmlns:a16="http://schemas.microsoft.com/office/drawing/2014/main" id="{B2D4D5E2-C33A-4F28-8A32-64EE292584B7}"/>
              </a:ext>
            </a:extLst>
          </p:cNvPr>
          <p:cNvSpPr>
            <a:spLocks noGrp="1"/>
          </p:cNvSpPr>
          <p:nvPr/>
        </p:nvSpPr>
        <p:spPr>
          <a:xfrm>
            <a:off x="5639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a:ext uri="{FF2B5EF4-FFF2-40B4-BE49-F238E27FC236}">
                <a16:creationId xmlns:a16="http://schemas.microsoft.com/office/drawing/2014/main" id="{AC58726F-89BA-4722-B4A8-B21637F6AFEC}"/>
              </a:ext>
            </a:extLst>
          </p:cNvPr>
          <p:cNvSpPr>
            <a:spLocks noGrp="1"/>
          </p:cNvSpPr>
          <p:nvPr/>
        </p:nvSpPr>
        <p:spPr>
          <a:xfrm>
            <a:off x="14167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a:ext uri="{FF2B5EF4-FFF2-40B4-BE49-F238E27FC236}">
                <a16:creationId xmlns:a16="http://schemas.microsoft.com/office/drawing/2014/main" id="{4D4E692F-772A-48C3-B7F5-DFA9C52DB3D8}"/>
              </a:ext>
            </a:extLst>
          </p:cNvPr>
          <p:cNvSpPr>
            <a:spLocks noGrp="1"/>
          </p:cNvSpPr>
          <p:nvPr/>
        </p:nvSpPr>
        <p:spPr>
          <a:xfrm>
            <a:off x="1843105"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a:ext uri="{FF2B5EF4-FFF2-40B4-BE49-F238E27FC236}">
                <a16:creationId xmlns:a16="http://schemas.microsoft.com/office/drawing/2014/main" id="{00375B53-89A5-4B13-9B85-92BF41485641}"/>
              </a:ext>
            </a:extLst>
          </p:cNvPr>
          <p:cNvSpPr>
            <a:spLocks noGrp="1"/>
          </p:cNvSpPr>
          <p:nvPr/>
        </p:nvSpPr>
        <p:spPr>
          <a:xfrm>
            <a:off x="137507"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a:ext uri="{FF2B5EF4-FFF2-40B4-BE49-F238E27FC236}">
                <a16:creationId xmlns:a16="http://schemas.microsoft.com/office/drawing/2014/main" id="{813A41FF-9DF7-4115-B365-72A290DA0639}"/>
              </a:ext>
            </a:extLst>
          </p:cNvPr>
          <p:cNvSpPr>
            <a:spLocks noGrp="1"/>
          </p:cNvSpPr>
          <p:nvPr/>
        </p:nvSpPr>
        <p:spPr>
          <a:xfrm>
            <a:off x="9903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a:ext uri="{FF2B5EF4-FFF2-40B4-BE49-F238E27FC236}">
                <a16:creationId xmlns:a16="http://schemas.microsoft.com/office/drawing/2014/main" id="{8575CC6F-4346-48F6-8E8F-7BA7CF11E1E0}"/>
              </a:ext>
            </a:extLst>
          </p:cNvPr>
          <p:cNvSpPr>
            <a:spLocks noGrp="1"/>
          </p:cNvSpPr>
          <p:nvPr/>
        </p:nvSpPr>
        <p:spPr>
          <a:xfrm>
            <a:off x="5639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a:ext uri="{FF2B5EF4-FFF2-40B4-BE49-F238E27FC236}">
                <a16:creationId xmlns:a16="http://schemas.microsoft.com/office/drawing/2014/main" id="{1AF2C3AB-9733-44F9-9C20-A508BCB317BD}"/>
              </a:ext>
            </a:extLst>
          </p:cNvPr>
          <p:cNvSpPr>
            <a:spLocks noGrp="1"/>
          </p:cNvSpPr>
          <p:nvPr/>
        </p:nvSpPr>
        <p:spPr>
          <a:xfrm>
            <a:off x="14167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a:ext uri="{FF2B5EF4-FFF2-40B4-BE49-F238E27FC236}">
                <a16:creationId xmlns:a16="http://schemas.microsoft.com/office/drawing/2014/main" id="{14C5C638-E585-4A67-A7CC-F20C33B33C6F}"/>
              </a:ext>
            </a:extLst>
          </p:cNvPr>
          <p:cNvSpPr>
            <a:spLocks noGrp="1"/>
          </p:cNvSpPr>
          <p:nvPr/>
        </p:nvSpPr>
        <p:spPr>
          <a:xfrm>
            <a:off x="1843105"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a:ext uri="{FF2B5EF4-FFF2-40B4-BE49-F238E27FC236}">
                <a16:creationId xmlns:a16="http://schemas.microsoft.com/office/drawing/2014/main" id="{F1333136-F1A8-4260-92BE-552F2B7CB04F}"/>
              </a:ext>
            </a:extLst>
          </p:cNvPr>
          <p:cNvSpPr>
            <a:spLocks noGrp="1"/>
          </p:cNvSpPr>
          <p:nvPr/>
        </p:nvSpPr>
        <p:spPr>
          <a:xfrm>
            <a:off x="134284" y="4785593"/>
            <a:ext cx="1357206" cy="230832"/>
          </a:xfrm>
          <a:prstGeom prst="rect">
            <a:avLst/>
          </a:prstGeom>
          <a:ln w="3175"/>
        </p:spPr>
        <p:txBody>
          <a:bodyPr wrap="square" lIns="38100" tIns="38100" rIns="38100" bIns="38100" anchor="ctr">
            <a:spAutoFit/>
          </a:bodyPr>
          <a:lstStyle>
            <a:lvl1pPr algn="l">
              <a:buNone/>
              <a:defRPr sz="2000" b="0" spc="100">
                <a:solidFill>
                  <a:srgbClr val="FFFFFF"/>
                </a:solidFill>
                <a:latin typeface="Futura"/>
                <a:ea typeface="Futura"/>
                <a:cs typeface="Futura"/>
              </a:defRPr>
            </a:lvl1pPr>
          </a:lstStyle>
          <a:p>
            <a:r>
              <a:rPr sz="1000">
                <a:latin typeface="Arial"/>
                <a:ea typeface="Arial"/>
                <a:cs typeface="Arial"/>
              </a:rPr>
              <a:t>Social Network</a:t>
            </a:r>
          </a:p>
        </p:txBody>
      </p:sp>
      <p:sp>
        <p:nvSpPr>
          <p:cNvPr id="120" name="Rechteck">
            <a:extLst>
              <a:ext uri="{FF2B5EF4-FFF2-40B4-BE49-F238E27FC236}">
                <a16:creationId xmlns:a16="http://schemas.microsoft.com/office/drawing/2014/main" id="{82877763-BFF5-457A-A6AF-6232ABA92FB1}"/>
              </a:ext>
            </a:extLst>
          </p:cNvPr>
          <p:cNvSpPr>
            <a:spLocks noGrp="1"/>
          </p:cNvSpPr>
          <p:nvPr/>
        </p:nvSpPr>
        <p:spPr>
          <a:xfrm>
            <a:off x="137507"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a:ext uri="{FF2B5EF4-FFF2-40B4-BE49-F238E27FC236}">
                <a16:creationId xmlns:a16="http://schemas.microsoft.com/office/drawing/2014/main" id="{8A2CD27C-2697-411B-8B68-CA001240C03D}"/>
              </a:ext>
            </a:extLst>
          </p:cNvPr>
          <p:cNvSpPr>
            <a:spLocks noGrp="1"/>
          </p:cNvSpPr>
          <p:nvPr/>
        </p:nvSpPr>
        <p:spPr>
          <a:xfrm>
            <a:off x="990305"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a:ext uri="{FF2B5EF4-FFF2-40B4-BE49-F238E27FC236}">
                <a16:creationId xmlns:a16="http://schemas.microsoft.com/office/drawing/2014/main" id="{993DFD79-B749-439C-AB0E-7D54E7EA0F1D}"/>
              </a:ext>
            </a:extLst>
          </p:cNvPr>
          <p:cNvSpPr>
            <a:spLocks noGrp="1"/>
          </p:cNvSpPr>
          <p:nvPr/>
        </p:nvSpPr>
        <p:spPr>
          <a:xfrm>
            <a:off x="5639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a:ext uri="{FF2B5EF4-FFF2-40B4-BE49-F238E27FC236}">
                <a16:creationId xmlns:a16="http://schemas.microsoft.com/office/drawing/2014/main" id="{8AEFA1C4-374D-414C-835E-795152424B48}"/>
              </a:ext>
            </a:extLst>
          </p:cNvPr>
          <p:cNvSpPr>
            <a:spLocks noGrp="1"/>
          </p:cNvSpPr>
          <p:nvPr/>
        </p:nvSpPr>
        <p:spPr>
          <a:xfrm>
            <a:off x="14167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a:ext uri="{FF2B5EF4-FFF2-40B4-BE49-F238E27FC236}">
                <a16:creationId xmlns:a16="http://schemas.microsoft.com/office/drawing/2014/main" id="{F213A40E-63A3-4EFA-9928-B064883278CA}"/>
              </a:ext>
            </a:extLst>
          </p:cNvPr>
          <p:cNvSpPr>
            <a:spLocks noGrp="1"/>
          </p:cNvSpPr>
          <p:nvPr/>
        </p:nvSpPr>
        <p:spPr>
          <a:xfrm>
            <a:off x="18431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a:ext uri="{FF2B5EF4-FFF2-40B4-BE49-F238E27FC236}">
                <a16:creationId xmlns:a16="http://schemas.microsoft.com/office/drawing/2014/main" id="{FB0FBFAF-C580-4C89-ACB6-131CCB98D2F8}"/>
              </a:ext>
            </a:extLst>
          </p:cNvPr>
          <p:cNvSpPr>
            <a:spLocks noGrp="1"/>
          </p:cNvSpPr>
          <p:nvPr/>
        </p:nvSpPr>
        <p:spPr>
          <a:xfrm>
            <a:off x="-19028" y="1474705"/>
            <a:ext cx="2526008" cy="812514"/>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126" name="Alter">
            <a:extLst>
              <a:ext uri="{FF2B5EF4-FFF2-40B4-BE49-F238E27FC236}">
                <a16:creationId xmlns:a16="http://schemas.microsoft.com/office/drawing/2014/main" id="{82D282F1-200E-47BC-AE96-45EF9528BF33}"/>
              </a:ext>
            </a:extLst>
          </p:cNvPr>
          <p:cNvSpPr>
            <a:spLocks noGrp="1"/>
          </p:cNvSpPr>
          <p:nvPr/>
        </p:nvSpPr>
        <p:spPr>
          <a:xfrm>
            <a:off x="55659" y="1404614"/>
            <a:ext cx="901180" cy="384721"/>
          </a:xfrm>
          <a:prstGeom prst="rect">
            <a:avLst/>
          </a:prstGeom>
          <a:ln w="3175"/>
        </p:spPr>
        <p:txBody>
          <a:bodyPr wrap="square" lIns="38100" tIns="38100" rIns="38100" bIns="38100" anchor="ctr">
            <a:spAutoFit/>
          </a:bodyPr>
          <a:lstStyle>
            <a:lvl1pPr algn="l">
              <a:buNone/>
              <a:defRPr sz="1500" b="0" spc="75">
                <a:solidFill>
                  <a:srgbClr val="FFFFFF"/>
                </a:solidFill>
                <a:latin typeface="Futura"/>
                <a:ea typeface="Futura"/>
                <a:cs typeface="Futura"/>
              </a:defRPr>
            </a:lvl1pPr>
          </a:lstStyle>
          <a:p>
            <a:r>
              <a:rPr sz="2000">
                <a:latin typeface="Arial"/>
                <a:ea typeface="Arial"/>
                <a:cs typeface="Arial"/>
              </a:rPr>
              <a:t>Céline</a:t>
            </a:r>
          </a:p>
        </p:txBody>
      </p:sp>
      <p:sp>
        <p:nvSpPr>
          <p:cNvPr id="127" name="Alter">
            <a:extLst>
              <a:ext uri="{FF2B5EF4-FFF2-40B4-BE49-F238E27FC236}">
                <a16:creationId xmlns:a16="http://schemas.microsoft.com/office/drawing/2014/main" id="{11BB9D78-05FB-4E72-84FD-82AEFE511AA8}"/>
              </a:ext>
            </a:extLst>
          </p:cNvPr>
          <p:cNvSpPr>
            <a:spLocks noGrp="1"/>
          </p:cNvSpPr>
          <p:nvPr/>
        </p:nvSpPr>
        <p:spPr>
          <a:xfrm>
            <a:off x="89889" y="1759313"/>
            <a:ext cx="827150"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Marketing</a:t>
            </a:r>
          </a:p>
        </p:txBody>
      </p:sp>
      <p:sp>
        <p:nvSpPr>
          <p:cNvPr id="128" name="Alter">
            <a:extLst>
              <a:ext uri="{FF2B5EF4-FFF2-40B4-BE49-F238E27FC236}">
                <a16:creationId xmlns:a16="http://schemas.microsoft.com/office/drawing/2014/main" id="{64604045-0650-4147-8288-58A2687C8947}"/>
              </a:ext>
            </a:extLst>
          </p:cNvPr>
          <p:cNvSpPr>
            <a:spLocks noGrp="1"/>
          </p:cNvSpPr>
          <p:nvPr/>
        </p:nvSpPr>
        <p:spPr>
          <a:xfrm>
            <a:off x="96249" y="2025609"/>
            <a:ext cx="1181862"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Kauffrau EFZ</a:t>
            </a:r>
          </a:p>
        </p:txBody>
      </p:sp>
      <p:sp>
        <p:nvSpPr>
          <p:cNvPr id="129" name="Rechteck">
            <a:extLst>
              <a:ext uri="{FF2B5EF4-FFF2-40B4-BE49-F238E27FC236}">
                <a16:creationId xmlns:a16="http://schemas.microsoft.com/office/drawing/2014/main" id="{3F0810EF-5BC7-4BD1-8421-E11BF336FF35}"/>
              </a:ext>
            </a:extLst>
          </p:cNvPr>
          <p:cNvSpPr>
            <a:spLocks noGrp="1"/>
          </p:cNvSpPr>
          <p:nvPr/>
        </p:nvSpPr>
        <p:spPr>
          <a:xfrm>
            <a:off x="2565799" y="737110"/>
            <a:ext cx="4292201" cy="633325"/>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42" name="Alter">
            <a:extLst>
              <a:ext uri="{FF2B5EF4-FFF2-40B4-BE49-F238E27FC236}">
                <a16:creationId xmlns:a16="http://schemas.microsoft.com/office/drawing/2014/main" id="{E9D5841D-B961-4677-ADD2-ED747BCE5EF2}"/>
              </a:ext>
            </a:extLst>
          </p:cNvPr>
          <p:cNvSpPr>
            <a:spLocks noGrp="1"/>
          </p:cNvSpPr>
          <p:nvPr/>
        </p:nvSpPr>
        <p:spPr>
          <a:xfrm>
            <a:off x="2706928" y="955069"/>
            <a:ext cx="735779"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Alter: 38</a:t>
            </a:r>
            <a:endParaRPr sz="1200">
              <a:latin typeface="Arial"/>
              <a:ea typeface="Arial"/>
              <a:cs typeface="Arial"/>
            </a:endParaRPr>
          </a:p>
        </p:txBody>
      </p:sp>
      <p:sp>
        <p:nvSpPr>
          <p:cNvPr id="43" name="Wohnort">
            <a:extLst>
              <a:ext uri="{FF2B5EF4-FFF2-40B4-BE49-F238E27FC236}">
                <a16:creationId xmlns:a16="http://schemas.microsoft.com/office/drawing/2014/main" id="{B4B6DA3A-CE7A-4C1A-82F7-A06F4FEF286E}"/>
              </a:ext>
            </a:extLst>
          </p:cNvPr>
          <p:cNvSpPr>
            <a:spLocks noGrp="1"/>
          </p:cNvSpPr>
          <p:nvPr/>
        </p:nvSpPr>
        <p:spPr>
          <a:xfrm>
            <a:off x="3350000" y="955069"/>
            <a:ext cx="1526508"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Wohnort: Baden</a:t>
            </a:r>
            <a:endParaRPr sz="1200">
              <a:latin typeface="Arial"/>
              <a:ea typeface="Arial"/>
              <a:cs typeface="Arial"/>
            </a:endParaRPr>
          </a:p>
        </p:txBody>
      </p:sp>
      <p:sp>
        <p:nvSpPr>
          <p:cNvPr id="44" name="Familienstatus">
            <a:extLst>
              <a:ext uri="{FF2B5EF4-FFF2-40B4-BE49-F238E27FC236}">
                <a16:creationId xmlns:a16="http://schemas.microsoft.com/office/drawing/2014/main" id="{0EAEA570-8D74-43FC-8C79-3B6AD5E1ABED}"/>
              </a:ext>
            </a:extLst>
          </p:cNvPr>
          <p:cNvSpPr>
            <a:spLocks noGrp="1"/>
          </p:cNvSpPr>
          <p:nvPr/>
        </p:nvSpPr>
        <p:spPr>
          <a:xfrm>
            <a:off x="4900000" y="955069"/>
            <a:ext cx="178895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Familienstatus: Verheiratet</a:t>
            </a:r>
            <a:endParaRPr sz="1200">
              <a:latin typeface="Arial"/>
              <a:ea typeface="Arial"/>
              <a:cs typeface="Arial"/>
            </a:endParaRPr>
          </a:p>
        </p:txBody>
      </p:sp>
      <p:sp>
        <p:nvSpPr>
          <p:cNvPr id="130" name="Alter">
            <a:extLst>
              <a:ext uri="{FF2B5EF4-FFF2-40B4-BE49-F238E27FC236}">
                <a16:creationId xmlns:a16="http://schemas.microsoft.com/office/drawing/2014/main" id="{F5FC5F0C-C18F-4BAA-A0B3-F18DFEB8F87B}"/>
              </a:ext>
            </a:extLst>
          </p:cNvPr>
          <p:cNvSpPr>
            <a:spLocks noGrp="1"/>
          </p:cNvSpPr>
          <p:nvPr/>
        </p:nvSpPr>
        <p:spPr>
          <a:xfrm>
            <a:off x="1002651" y="1128820"/>
            <a:ext cx="370294"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Bild</a:t>
            </a:r>
          </a:p>
        </p:txBody>
      </p:sp>
      <p:sp>
        <p:nvSpPr>
          <p:cNvPr id="133" name="Digitale Fähigkeiten">
            <a:extLst>
              <a:ext uri="{FF2B5EF4-FFF2-40B4-BE49-F238E27FC236}">
                <a16:creationId xmlns:a16="http://schemas.microsoft.com/office/drawing/2014/main" id="{95639156-22EA-4C71-9604-82EE6697CA59}"/>
              </a:ext>
            </a:extLst>
          </p:cNvPr>
          <p:cNvSpPr>
            <a:spLocks noGrp="1"/>
          </p:cNvSpPr>
          <p:nvPr/>
        </p:nvSpPr>
        <p:spPr>
          <a:xfrm>
            <a:off x="106044" y="3408655"/>
            <a:ext cx="19059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Digitale Fähigkeiten</a:t>
            </a:r>
          </a:p>
        </p:txBody>
      </p:sp>
      <p:sp>
        <p:nvSpPr>
          <p:cNvPr id="137" name="Digitale Fähigkeiten">
            <a:extLst>
              <a:ext uri="{FF2B5EF4-FFF2-40B4-BE49-F238E27FC236}">
                <a16:creationId xmlns:a16="http://schemas.microsoft.com/office/drawing/2014/main" id="{CC16A71D-C474-48D6-B981-443BBB56BFFC}"/>
              </a:ext>
            </a:extLst>
          </p:cNvPr>
          <p:cNvSpPr>
            <a:spLocks noGrp="1"/>
          </p:cNvSpPr>
          <p:nvPr/>
        </p:nvSpPr>
        <p:spPr>
          <a:xfrm>
            <a:off x="79877" y="5241816"/>
            <a:ext cx="13721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Persönlichkeit</a:t>
            </a:r>
          </a:p>
        </p:txBody>
      </p:sp>
      <p:sp>
        <p:nvSpPr>
          <p:cNvPr id="142" name="„Kurzbeschreibung in Form eines Zitats. Wie würde sich unsere Persona selbst beschreiben?“">
            <a:extLst>
              <a:ext uri="{FF2B5EF4-FFF2-40B4-BE49-F238E27FC236}">
                <a16:creationId xmlns:a16="http://schemas.microsoft.com/office/drawing/2014/main" id="{BBBCFEF8-EC0F-4D66-8148-8817A5F7ECFA}"/>
              </a:ext>
            </a:extLst>
          </p:cNvPr>
          <p:cNvSpPr>
            <a:spLocks noGrp="1"/>
          </p:cNvSpPr>
          <p:nvPr/>
        </p:nvSpPr>
        <p:spPr>
          <a:xfrm>
            <a:off x="2756202" y="158675"/>
            <a:ext cx="3887052" cy="446276"/>
          </a:xfrm>
          <a:prstGeom prst="rect">
            <a:avLst/>
          </a:prstGeom>
          <a:ln w="3175"/>
        </p:spPr>
        <p:txBody>
          <a:bodyPr wrap="square" lIns="38100" tIns="38100" rIns="38100" bIns="38100" anchor="ctr">
            <a:spAutoFit/>
          </a:bodyPr>
          <a:lstStyle>
            <a:lvl1pPr>
              <a:buNone/>
              <a:defRPr b="0">
                <a:latin typeface="Avenir Book Oblique"/>
                <a:ea typeface="Avenir Book Oblique"/>
                <a:cs typeface="Avenir Book Oblique"/>
              </a:defRPr>
            </a:lvl1pPr>
          </a:lstStyle>
          <a:p>
            <a:r>
              <a:rPr sz="1200">
                <a:latin typeface="Arial"/>
                <a:ea typeface="Arial"/>
                <a:cs typeface="Arial"/>
              </a:rPr>
              <a:t>„Ich setze nie alles auf ein Feld – ich verteile.“</a:t>
            </a:r>
          </a:p>
        </p:txBody>
      </p:sp>
      <p:sp>
        <p:nvSpPr>
          <p:cNvPr id="146" name="Szenario/Bio">
            <a:extLst>
              <a:ext uri="{FF2B5EF4-FFF2-40B4-BE49-F238E27FC236}">
                <a16:creationId xmlns:a16="http://schemas.microsoft.com/office/drawing/2014/main" id="{2EA78725-E414-45A0-B0B0-77706EA3C96E}"/>
              </a:ext>
            </a:extLst>
          </p:cNvPr>
          <p:cNvSpPr>
            <a:spLocks noGrp="1"/>
          </p:cNvSpPr>
          <p:nvPr/>
        </p:nvSpPr>
        <p:spPr>
          <a:xfrm>
            <a:off x="2715106" y="1356198"/>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2A108906-8453-449A-9AC4-F3A016E1F1C2}"/>
              </a:ext>
            </a:extLst>
          </p:cNvPr>
          <p:cNvSpPr>
            <a:spLocks noGrp="1"/>
          </p:cNvSpPr>
          <p:nvPr/>
        </p:nvSpPr>
        <p:spPr>
          <a:xfrm>
            <a:off x="2723544" y="1552787"/>
            <a:ext cx="3896179" cy="13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Céline spielt seit Jahren Roulette und setzt bewusst auf mehrere Felder gleichzeitig. Vor dem Dreh will sie sehen, wie viel insgesamt im Spiel ist.</a:t>
            </a:r>
            <a:endParaRPr sz="1200">
              <a:latin typeface="Arial"/>
              <a:ea typeface="Arial"/>
              <a:cs typeface="Arial"/>
            </a:endParaRPr>
          </a:p>
        </p:txBody>
      </p:sp>
      <p:pic>
        <p:nvPicPr>
          <p:cNvPr id="294" name="Grafik 160"/>
          <p:cNvPicPr>
            <a:picLocks noChangeAspect="1"/>
          </p:cNvPicPr>
          <p:nvPr/>
        </p:nvPicPr>
        <p:blipFill>
          <a:blip r:embed="rId14"/>
          <a:stretch>
            <a:fillRect/>
          </a:stretch>
        </p:blipFill>
        <p:spPr>
          <a:xfrm>
            <a:off x="199459" y="7886105"/>
            <a:ext cx="361188" cy="361188"/>
          </a:xfrm>
          <a:prstGeom prst="rect">
            <a:avLst/>
          </a:prstGeom>
        </p:spPr>
      </p:pic>
      <p:pic>
        <p:nvPicPr>
          <p:cNvPr id="295" name="Grafik 168"/>
          <p:cNvPicPr>
            <a:picLocks noChangeAspect="1"/>
          </p:cNvPicPr>
          <p:nvPr/>
        </p:nvPicPr>
        <p:blipFill>
          <a:blip r:embed="rId15"/>
          <a:stretch>
            <a:fillRect/>
          </a:stretch>
        </p:blipFill>
        <p:spPr>
          <a:xfrm>
            <a:off x="598262" y="7876712"/>
            <a:ext cx="361188" cy="361188"/>
          </a:xfrm>
          <a:prstGeom prst="rect">
            <a:avLst/>
          </a:prstGeom>
        </p:spPr>
      </p:pic>
      <p:sp>
        <p:nvSpPr>
          <p:cNvPr id="170" name="Digitale Fähigkeiten">
            <a:extLst>
              <a:ext uri="{FF2B5EF4-FFF2-40B4-BE49-F238E27FC236}">
                <a16:creationId xmlns:a16="http://schemas.microsoft.com/office/drawing/2014/main" id="{821DEF16-F116-4C22-BE2F-DF356BBE6A40}"/>
              </a:ext>
            </a:extLst>
          </p:cNvPr>
          <p:cNvSpPr>
            <a:spLocks noGrp="1"/>
          </p:cNvSpPr>
          <p:nvPr/>
        </p:nvSpPr>
        <p:spPr>
          <a:xfrm>
            <a:off x="100171" y="2325718"/>
            <a:ext cx="1172757"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Technologie</a:t>
            </a:r>
          </a:p>
        </p:txBody>
      </p:sp>
      <p:pic>
        <p:nvPicPr>
          <p:cNvPr id="297" name="Grafik 175"/>
          <p:cNvPicPr>
            <a:picLocks noChangeAspect="1"/>
          </p:cNvPicPr>
          <p:nvPr/>
        </p:nvPicPr>
        <p:blipFill>
          <a:blip r:embed="rId16"/>
          <a:stretch>
            <a:fillRect/>
          </a:stretch>
        </p:blipFill>
        <p:spPr>
          <a:xfrm>
            <a:off x="162886" y="2982875"/>
            <a:ext cx="361188" cy="361188"/>
          </a:xfrm>
          <a:prstGeom prst="rect">
            <a:avLst/>
          </a:prstGeom>
        </p:spPr>
      </p:pic>
      <p:pic>
        <p:nvPicPr>
          <p:cNvPr id="298" name="Grafik 176"/>
          <p:cNvPicPr>
            <a:picLocks noChangeAspect="1"/>
          </p:cNvPicPr>
          <p:nvPr/>
        </p:nvPicPr>
        <p:blipFill>
          <a:blip r:embed="rId17"/>
          <a:stretch>
            <a:fillRect/>
          </a:stretch>
        </p:blipFill>
        <p:spPr>
          <a:xfrm>
            <a:off x="682382" y="2972196"/>
            <a:ext cx="361188" cy="361188"/>
          </a:xfrm>
          <a:prstGeom prst="rect">
            <a:avLst/>
          </a:prstGeom>
        </p:spPr>
      </p:pic>
      <p:sp>
        <p:nvSpPr>
          <p:cNvPr id="178" name="Digitale Fähigkeiten">
            <a:extLst>
              <a:ext uri="{FF2B5EF4-FFF2-40B4-BE49-F238E27FC236}">
                <a16:creationId xmlns:a16="http://schemas.microsoft.com/office/drawing/2014/main" id="{82A58D85-42C8-48A9-A00B-31BE53B3F5C8}"/>
              </a:ext>
            </a:extLst>
          </p:cNvPr>
          <p:cNvSpPr>
            <a:spLocks noGrp="1"/>
          </p:cNvSpPr>
          <p:nvPr/>
        </p:nvSpPr>
        <p:spPr>
          <a:xfrm>
            <a:off x="136006" y="7552259"/>
            <a:ext cx="823944"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Browser</a:t>
            </a:r>
          </a:p>
        </p:txBody>
      </p:sp>
      <p:sp>
        <p:nvSpPr>
          <p:cNvPr id="179" name="Digitale Fähigkeiten">
            <a:extLst>
              <a:ext uri="{FF2B5EF4-FFF2-40B4-BE49-F238E27FC236}">
                <a16:creationId xmlns:a16="http://schemas.microsoft.com/office/drawing/2014/main" id="{656CB1C1-874D-46D5-BD82-E2CBE1600F4C}"/>
              </a:ext>
            </a:extLst>
          </p:cNvPr>
          <p:cNvSpPr>
            <a:spLocks noGrp="1"/>
          </p:cNvSpPr>
          <p:nvPr/>
        </p:nvSpPr>
        <p:spPr>
          <a:xfrm>
            <a:off x="128032" y="8343964"/>
            <a:ext cx="1263166"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Appsnutzung</a:t>
            </a:r>
          </a:p>
        </p:txBody>
      </p:sp>
      <p:sp>
        <p:nvSpPr>
          <p:cNvPr id="8" name="Szenario/Bio">
            <a:extLst>
              <a:ext uri="{FF2B5EF4-FFF2-40B4-BE49-F238E27FC236}">
                <a16:creationId xmlns:a16="http://schemas.microsoft.com/office/drawing/2014/main" id="{A18CC650-64E9-CE9D-B2CD-B8F23CF1DA62}"/>
              </a:ext>
            </a:extLst>
          </p:cNvPr>
          <p:cNvSpPr>
            <a:spLocks noGrp="1"/>
          </p:cNvSpPr>
          <p:nvPr/>
        </p:nvSpPr>
        <p:spPr>
          <a:xfrm>
            <a:off x="2702384" y="286040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347DC844-66C0-EE16-5FCD-082025B9AAED}"/>
              </a:ext>
            </a:extLst>
          </p:cNvPr>
          <p:cNvSpPr>
            <a:spLocks noGrp="1"/>
          </p:cNvSpPr>
          <p:nvPr/>
        </p:nvSpPr>
        <p:spPr>
          <a:xfrm>
            <a:off x="2723544" y="3071774"/>
            <a:ext cx="3896179" cy="9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Sie will Farb- und Nummerneinsätze in derselben Runde kombinieren und die Gesamtsumme vor dem Dreh kontrollieren.</a:t>
            </a:r>
            <a:endParaRPr sz="1200">
              <a:latin typeface="Arial"/>
              <a:ea typeface="Arial"/>
              <a:cs typeface="Arial"/>
            </a:endParaRPr>
          </a:p>
        </p:txBody>
      </p:sp>
      <p:sp>
        <p:nvSpPr>
          <p:cNvPr id="16" name="Szenario/Bio">
            <a:extLst>
              <a:ext uri="{FF2B5EF4-FFF2-40B4-BE49-F238E27FC236}">
                <a16:creationId xmlns:a16="http://schemas.microsoft.com/office/drawing/2014/main" id="{2C80E7B7-AAB0-10EE-3ACB-A3C87E2227E7}"/>
              </a:ext>
            </a:extLst>
          </p:cNvPr>
          <p:cNvSpPr>
            <a:spLocks noGrp="1"/>
          </p:cNvSpPr>
          <p:nvPr/>
        </p:nvSpPr>
        <p:spPr>
          <a:xfrm>
            <a:off x="2702383" y="547165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Anforderungen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D402C09C-E8A7-5E55-4333-E50D4A51CDE6}"/>
              </a:ext>
            </a:extLst>
          </p:cNvPr>
          <p:cNvSpPr>
            <a:spLocks noGrp="1"/>
          </p:cNvSpPr>
          <p:nvPr/>
        </p:nvSpPr>
        <p:spPr>
          <a:xfrm>
            <a:off x="2747075" y="5764040"/>
            <a:ext cx="3896179" cy="30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000" dirty="0">
                <a:latin typeface="Arial"/>
                <a:ea typeface="Arial"/>
                <a:cs typeface="Arial"/>
              </a:rPr>
              <a:t>US-004: Als Roulette-Spielerin möchte ich in derselben Runde mehrere Felder mit Farb- und Nummerneinsätzen besetzen, damit ich meine Verluste breiter streue.</a:t>
            </a:r>
            <a:br/>
            <a:r>
              <a:rPr sz="1000" dirty="0">
                <a:latin typeface="Arial"/>
                <a:ea typeface="Arial"/>
                <a:cs typeface="Arial"/>
              </a:rPr>
              <a:t>Akzeptanz: Summe aller Einsätze ≤ Guthaben; Farbtreffer zahlt 1:1; Nummer zahlt 35:1; bei der 0 sind Farbeinsätze verloren; Übersicht vor dem Dreh.</a:t>
            </a:r>
            <a:endParaRPr sz="1200" dirty="0">
              <a:latin typeface="Arial"/>
              <a:ea typeface="Arial"/>
              <a:cs typeface="Arial"/>
            </a:endParaRPr>
          </a:p>
        </p:txBody>
      </p:sp>
      <p:pic>
        <p:nvPicPr>
          <p:cNvPr id="3" name="Grafik 2">
            <a:extLst>
              <a:ext uri="{FF2B5EF4-FFF2-40B4-BE49-F238E27FC236}">
                <a16:creationId xmlns:a16="http://schemas.microsoft.com/office/drawing/2014/main" id="{D637180D-D4DB-EE6C-A28B-E36717ABC347}"/>
              </a:ext>
            </a:extLst>
          </p:cNvPr>
          <p:cNvPicPr>
            <a:picLocks noChangeAspect="1"/>
          </p:cNvPicPr>
          <p:nvPr/>
        </p:nvPicPr>
        <p:blipFill>
          <a:blip r:embed="rId18"/>
          <a:stretch>
            <a:fillRect/>
          </a:stretch>
        </p:blipFill>
        <p:spPr>
          <a:xfrm>
            <a:off x="483548" y="25180"/>
            <a:ext cx="1469694" cy="1469694"/>
          </a:xfrm>
          <a:prstGeom prst="rect">
            <a:avLst/>
          </a:prstGeom>
        </p:spPr>
      </p:pic>
    </p:spTree>
    <p:extLst>
      <p:ext uri="{BB962C8B-B14F-4D97-AF65-F5344CB8AC3E}">
        <p14:creationId xmlns:p14="http://schemas.microsoft.com/office/powerpoint/2010/main" val="4018722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a:extLst>
              <a:ext uri="{FF2B5EF4-FFF2-40B4-BE49-F238E27FC236}">
                <a16:creationId xmlns:a16="http://schemas.microsoft.com/office/drawing/2014/main" id="{21AA5DBD-B2C7-405C-8A3E-D9133923CDA8}"/>
              </a:ext>
            </a:extLst>
          </p:cNvPr>
          <p:cNvSpPr>
            <a:spLocks noGrp="1"/>
          </p:cNvSpPr>
          <p:nvPr/>
        </p:nvSpPr>
        <p:spPr>
          <a:xfrm>
            <a:off x="-35771" y="7451"/>
            <a:ext cx="2424688" cy="9906000"/>
          </a:xfrm>
          <a:prstGeom prst="rect">
            <a:avLst/>
          </a:prstGeom>
          <a:solidFill>
            <a:srgbClr val="3399FF"/>
          </a:solidFill>
          <a:ln w="3175"/>
        </p:spPr>
        <p:txBody>
          <a:bodyPr lIns="38100" tIns="38100" rIns="38100" bIns="38100" anchor="ctr"/>
          <a:lstStyle/>
          <a:p>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a:ext uri="{FF2B5EF4-FFF2-40B4-BE49-F238E27FC236}">
                <a16:creationId xmlns:a16="http://schemas.microsoft.com/office/drawing/2014/main" id="{6BD9946B-7A65-4B0F-A0FB-E8CC35677CB9}"/>
              </a:ext>
            </a:extLst>
          </p:cNvPr>
          <p:cNvSpPr>
            <a:spLocks noGrp="1"/>
          </p:cNvSpPr>
          <p:nvPr/>
        </p:nvSpPr>
        <p:spPr>
          <a:xfrm>
            <a:off x="565455" y="70231"/>
            <a:ext cx="1340086" cy="1340086"/>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9" name="Grafik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266" y="485943"/>
            <a:ext cx="701888" cy="701888"/>
          </a:xfrm>
          <a:prstGeom prst="rect">
            <a:avLst/>
          </a:prstGeom>
        </p:spPr>
      </p:pic>
      <p:pic>
        <p:nvPicPr>
          <p:cNvPr id="200" name="Grafik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464" y="485944"/>
            <a:ext cx="701888" cy="701888"/>
          </a:xfrm>
          <a:prstGeom prst="rect">
            <a:avLst/>
          </a:prstGeom>
        </p:spPr>
      </p:pic>
      <p:pic>
        <p:nvPicPr>
          <p:cNvPr id="201" name="Grafik 14"/>
          <p:cNvPicPr>
            <a:picLocks noChangeAspect="1"/>
          </p:cNvPicPr>
          <p:nvPr/>
        </p:nvPicPr>
        <p:blipFill>
          <a:blip r:embed="rId4"/>
          <a:stretch>
            <a:fillRect/>
          </a:stretch>
        </p:blipFill>
        <p:spPr>
          <a:xfrm>
            <a:off x="696445" y="2643818"/>
            <a:ext cx="336384" cy="336384"/>
          </a:xfrm>
          <a:prstGeom prst="rect">
            <a:avLst/>
          </a:prstGeom>
        </p:spPr>
      </p:pic>
      <p:pic>
        <p:nvPicPr>
          <p:cNvPr id="202" name="Grafik 16"/>
          <p:cNvPicPr>
            <a:picLocks noChangeAspect="1"/>
          </p:cNvPicPr>
          <p:nvPr/>
        </p:nvPicPr>
        <p:blipFill>
          <a:blip r:embed="rId5"/>
          <a:stretch>
            <a:fillRect/>
          </a:stretch>
        </p:blipFill>
        <p:spPr>
          <a:xfrm>
            <a:off x="214066" y="8627364"/>
            <a:ext cx="265742" cy="265742"/>
          </a:xfrm>
          <a:prstGeom prst="rect">
            <a:avLst/>
          </a:prstGeom>
        </p:spPr>
      </p:pic>
      <p:pic>
        <p:nvPicPr>
          <p:cNvPr id="203" name="Grafik 18"/>
          <p:cNvPicPr>
            <a:picLocks noChangeAspect="1"/>
          </p:cNvPicPr>
          <p:nvPr/>
        </p:nvPicPr>
        <p:blipFill>
          <a:blip r:embed="rId6"/>
          <a:stretch>
            <a:fillRect/>
          </a:stretch>
        </p:blipFill>
        <p:spPr>
          <a:xfrm>
            <a:off x="587532" y="8627364"/>
            <a:ext cx="265742" cy="265742"/>
          </a:xfrm>
          <a:prstGeom prst="rect">
            <a:avLst/>
          </a:prstGeom>
        </p:spPr>
      </p:pic>
      <p:pic>
        <p:nvPicPr>
          <p:cNvPr id="204" name="Grafik 20"/>
          <p:cNvPicPr>
            <a:picLocks noChangeAspect="1"/>
          </p:cNvPicPr>
          <p:nvPr/>
        </p:nvPicPr>
        <p:blipFill>
          <a:blip r:embed="rId7"/>
          <a:stretch>
            <a:fillRect/>
          </a:stretch>
        </p:blipFill>
        <p:spPr>
          <a:xfrm>
            <a:off x="989085" y="8607554"/>
            <a:ext cx="265742" cy="265742"/>
          </a:xfrm>
          <a:prstGeom prst="rect">
            <a:avLst/>
          </a:prstGeom>
        </p:spPr>
      </p:pic>
      <p:pic>
        <p:nvPicPr>
          <p:cNvPr id="205" name="Grafik 22"/>
          <p:cNvPicPr>
            <a:picLocks noChangeAspect="1"/>
          </p:cNvPicPr>
          <p:nvPr/>
        </p:nvPicPr>
        <p:blipFill>
          <a:blip r:embed="rId8"/>
          <a:stretch>
            <a:fillRect/>
          </a:stretch>
        </p:blipFill>
        <p:spPr>
          <a:xfrm>
            <a:off x="192676" y="9197885"/>
            <a:ext cx="265742" cy="265742"/>
          </a:xfrm>
          <a:prstGeom prst="rect">
            <a:avLst/>
          </a:prstGeom>
        </p:spPr>
      </p:pic>
      <p:pic>
        <p:nvPicPr>
          <p:cNvPr id="206" name="Grafik 24"/>
          <p:cNvPicPr>
            <a:picLocks noChangeAspect="1"/>
          </p:cNvPicPr>
          <p:nvPr/>
        </p:nvPicPr>
        <p:blipFill>
          <a:blip r:embed="rId9"/>
          <a:stretch>
            <a:fillRect/>
          </a:stretch>
        </p:blipFill>
        <p:spPr>
          <a:xfrm>
            <a:off x="557675" y="9209255"/>
            <a:ext cx="265742" cy="265742"/>
          </a:xfrm>
          <a:prstGeom prst="rect">
            <a:avLst/>
          </a:prstGeom>
        </p:spPr>
      </p:pic>
      <p:pic>
        <p:nvPicPr>
          <p:cNvPr id="207" name="Grafik 26"/>
          <p:cNvPicPr>
            <a:picLocks noChangeAspect="1"/>
          </p:cNvPicPr>
          <p:nvPr/>
        </p:nvPicPr>
        <p:blipFill>
          <a:blip r:embed="rId10"/>
          <a:stretch>
            <a:fillRect/>
          </a:stretch>
        </p:blipFill>
        <p:spPr>
          <a:xfrm>
            <a:off x="157117" y="2643818"/>
            <a:ext cx="336384" cy="336384"/>
          </a:xfrm>
          <a:prstGeom prst="rect">
            <a:avLst/>
          </a:prstGeom>
        </p:spPr>
      </p:pic>
      <p:sp>
        <p:nvSpPr>
          <p:cNvPr id="28" name="Rechteck">
            <a:extLst>
              <a:ext uri="{FF2B5EF4-FFF2-40B4-BE49-F238E27FC236}">
                <a16:creationId xmlns:a16="http://schemas.microsoft.com/office/drawing/2014/main" id="{4750C0A6-490D-4A49-8A18-E73489E56FE9}"/>
              </a:ext>
            </a:extLst>
          </p:cNvPr>
          <p:cNvSpPr>
            <a:spLocks noGrp="1"/>
          </p:cNvSpPr>
          <p:nvPr/>
        </p:nvSpPr>
        <p:spPr>
          <a:xfrm>
            <a:off x="2418199" y="0"/>
            <a:ext cx="147600" cy="9663113"/>
          </a:xfrm>
          <a:prstGeom prst="rect">
            <a:avLst/>
          </a:prstGeom>
          <a:solidFill>
            <a:srgbClr val="92E2FF"/>
          </a:solidFill>
          <a:ln w="3175"/>
        </p:spPr>
        <p:txBody>
          <a:bodyPr lIns="38100" tIns="38100" rIns="38100" bIns="38100" anchor="ctr"/>
          <a:lstStyle/>
          <a:p>
            <a:endParaRPr sz="2800">
              <a:solidFill>
                <a:srgbClr val="FFFFFF"/>
              </a:solidFill>
            </a:endParaRPr>
          </a:p>
        </p:txBody>
      </p:sp>
      <p:sp>
        <p:nvSpPr>
          <p:cNvPr id="30" name="Rechtwinkliges Dreieck 29">
            <a:extLst>
              <a:ext uri="{FF2B5EF4-FFF2-40B4-BE49-F238E27FC236}">
                <a16:creationId xmlns:a16="http://schemas.microsoft.com/office/drawing/2014/main" id="{F58D6FA0-8034-4CC5-8929-30729B0E12D2}"/>
              </a:ext>
            </a:extLst>
          </p:cNvPr>
          <p:cNvSpPr>
            <a:spLocks noGrp="1"/>
          </p:cNvSpPr>
          <p:nvPr/>
        </p:nvSpPr>
        <p:spPr>
          <a:xfrm rot="5400000">
            <a:off x="2372044" y="9709270"/>
            <a:ext cx="239910" cy="147600"/>
          </a:xfrm>
          <a:prstGeom prst="rtTriangle">
            <a:avLst/>
          </a:prstGeom>
          <a:solidFill>
            <a:srgbClr val="92E2FF"/>
          </a:solidFill>
          <a:ln w="3175"/>
        </p:spPr>
        <p:txBody>
          <a:bodyPr lIns="38100" tIns="38100" rIns="38100" bIns="38100" anchor="ctr"/>
          <a:lstStyle/>
          <a:p>
            <a:endParaRPr sz="2800">
              <a:solidFill>
                <a:srgbClr val="FFFFFF"/>
              </a:solidFill>
            </a:endParaRPr>
          </a:p>
        </p:txBody>
      </p:sp>
      <p:pic>
        <p:nvPicPr>
          <p:cNvPr id="210" name="Grafik 38"/>
          <p:cNvPicPr>
            <a:picLocks noChangeAspect="1"/>
          </p:cNvPicPr>
          <p:nvPr/>
        </p:nvPicPr>
        <p:blipFill>
          <a:blip r:embed="rId11"/>
          <a:stretch>
            <a:fillRect/>
          </a:stretch>
        </p:blipFill>
        <p:spPr>
          <a:xfrm>
            <a:off x="1426017" y="8616954"/>
            <a:ext cx="265742" cy="265742"/>
          </a:xfrm>
          <a:prstGeom prst="rect">
            <a:avLst/>
          </a:prstGeom>
        </p:spPr>
      </p:pic>
      <p:pic>
        <p:nvPicPr>
          <p:cNvPr id="211" name="Grafik 40"/>
          <p:cNvPicPr>
            <a:picLocks noChangeAspect="1"/>
          </p:cNvPicPr>
          <p:nvPr/>
        </p:nvPicPr>
        <p:blipFill>
          <a:blip r:embed="rId12"/>
          <a:stretch>
            <a:fillRect/>
          </a:stretch>
        </p:blipFill>
        <p:spPr>
          <a:xfrm>
            <a:off x="961029" y="9197885"/>
            <a:ext cx="265742" cy="265742"/>
          </a:xfrm>
          <a:prstGeom prst="rect">
            <a:avLst/>
          </a:prstGeom>
        </p:spPr>
      </p:pic>
      <p:sp>
        <p:nvSpPr>
          <p:cNvPr id="46" name="40%">
            <a:extLst>
              <a:ext uri="{FF2B5EF4-FFF2-40B4-BE49-F238E27FC236}">
                <a16:creationId xmlns:a16="http://schemas.microsoft.com/office/drawing/2014/main" id="{B105F850-775B-4953-9FDA-6173836F405B}"/>
              </a:ext>
            </a:extLst>
          </p:cNvPr>
          <p:cNvSpPr>
            <a:spLocks noGrp="1"/>
          </p:cNvSpPr>
          <p:nvPr/>
        </p:nvSpPr>
        <p:spPr>
          <a:xfrm>
            <a:off x="141795"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47" name="5%">
            <a:extLst>
              <a:ext uri="{FF2B5EF4-FFF2-40B4-BE49-F238E27FC236}">
                <a16:creationId xmlns:a16="http://schemas.microsoft.com/office/drawing/2014/main" id="{B761FD74-41CC-4517-8360-224480B54095}"/>
              </a:ext>
            </a:extLst>
          </p:cNvPr>
          <p:cNvSpPr>
            <a:spLocks noGrp="1"/>
          </p:cNvSpPr>
          <p:nvPr/>
        </p:nvSpPr>
        <p:spPr>
          <a:xfrm>
            <a:off x="1032574" y="8946358"/>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30%</a:t>
            </a:r>
          </a:p>
        </p:txBody>
      </p:sp>
      <p:sp>
        <p:nvSpPr>
          <p:cNvPr id="48" name="15%">
            <a:extLst>
              <a:ext uri="{FF2B5EF4-FFF2-40B4-BE49-F238E27FC236}">
                <a16:creationId xmlns:a16="http://schemas.microsoft.com/office/drawing/2014/main" id="{B3AFBE9D-3B87-4EEE-A4DC-243DAB4A00FF}"/>
              </a:ext>
            </a:extLst>
          </p:cNvPr>
          <p:cNvSpPr>
            <a:spLocks noGrp="1"/>
          </p:cNvSpPr>
          <p:nvPr/>
        </p:nvSpPr>
        <p:spPr>
          <a:xfrm>
            <a:off x="570182"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9" name="40%">
            <a:extLst>
              <a:ext uri="{FF2B5EF4-FFF2-40B4-BE49-F238E27FC236}">
                <a16:creationId xmlns:a16="http://schemas.microsoft.com/office/drawing/2014/main" id="{141A722F-4165-4835-A979-F38C4B4AB514}"/>
              </a:ext>
            </a:extLst>
          </p:cNvPr>
          <p:cNvSpPr>
            <a:spLocks noGrp="1"/>
          </p:cNvSpPr>
          <p:nvPr/>
        </p:nvSpPr>
        <p:spPr>
          <a:xfrm>
            <a:off x="529148"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0" name="0%">
            <a:extLst>
              <a:ext uri="{FF2B5EF4-FFF2-40B4-BE49-F238E27FC236}">
                <a16:creationId xmlns:a16="http://schemas.microsoft.com/office/drawing/2014/main" id="{93267ABD-3B59-438D-939B-BF4207DA111D}"/>
              </a:ext>
            </a:extLst>
          </p:cNvPr>
          <p:cNvSpPr>
            <a:spLocks noGrp="1"/>
          </p:cNvSpPr>
          <p:nvPr/>
        </p:nvSpPr>
        <p:spPr>
          <a:xfrm>
            <a:off x="935999"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pic>
        <p:nvPicPr>
          <p:cNvPr id="217" name="Grafik 51"/>
          <p:cNvPicPr>
            <a:picLocks noChangeAspect="1"/>
          </p:cNvPicPr>
          <p:nvPr/>
        </p:nvPicPr>
        <p:blipFill>
          <a:blip r:embed="rId13"/>
          <a:stretch>
            <a:fillRect/>
          </a:stretch>
        </p:blipFill>
        <p:spPr>
          <a:xfrm>
            <a:off x="1888922" y="8656394"/>
            <a:ext cx="265743" cy="265743"/>
          </a:xfrm>
          <a:prstGeom prst="rect">
            <a:avLst/>
          </a:prstGeom>
        </p:spPr>
      </p:pic>
      <p:sp>
        <p:nvSpPr>
          <p:cNvPr id="53" name="40%">
            <a:extLst>
              <a:ext uri="{FF2B5EF4-FFF2-40B4-BE49-F238E27FC236}">
                <a16:creationId xmlns:a16="http://schemas.microsoft.com/office/drawing/2014/main" id="{93F35EC7-36D9-4745-9986-C4FE7847053C}"/>
              </a:ext>
            </a:extLst>
          </p:cNvPr>
          <p:cNvSpPr>
            <a:spLocks noGrp="1"/>
          </p:cNvSpPr>
          <p:nvPr/>
        </p:nvSpPr>
        <p:spPr>
          <a:xfrm>
            <a:off x="120429" y="9513745"/>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30%</a:t>
            </a:r>
          </a:p>
        </p:txBody>
      </p:sp>
      <p:sp>
        <p:nvSpPr>
          <p:cNvPr id="54" name="5%">
            <a:extLst>
              <a:ext uri="{FF2B5EF4-FFF2-40B4-BE49-F238E27FC236}">
                <a16:creationId xmlns:a16="http://schemas.microsoft.com/office/drawing/2014/main" id="{42115540-9E2E-4549-A8B0-48B52CFC47CF}"/>
              </a:ext>
            </a:extLst>
          </p:cNvPr>
          <p:cNvSpPr>
            <a:spLocks noGrp="1"/>
          </p:cNvSpPr>
          <p:nvPr/>
        </p:nvSpPr>
        <p:spPr>
          <a:xfrm>
            <a:off x="1445958" y="8946359"/>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6" name="5%">
            <a:extLst>
              <a:ext uri="{FF2B5EF4-FFF2-40B4-BE49-F238E27FC236}">
                <a16:creationId xmlns:a16="http://schemas.microsoft.com/office/drawing/2014/main" id="{D9049078-B517-4566-B31B-5005796A8C8F}"/>
              </a:ext>
            </a:extLst>
          </p:cNvPr>
          <p:cNvSpPr>
            <a:spLocks noGrp="1"/>
          </p:cNvSpPr>
          <p:nvPr/>
        </p:nvSpPr>
        <p:spPr>
          <a:xfrm>
            <a:off x="1830089" y="8952984"/>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20%</a:t>
            </a:r>
          </a:p>
        </p:txBody>
      </p:sp>
      <p:sp>
        <p:nvSpPr>
          <p:cNvPr id="57" name="Persönlichkeit">
            <a:extLst>
              <a:ext uri="{FF2B5EF4-FFF2-40B4-BE49-F238E27FC236}">
                <a16:creationId xmlns:a16="http://schemas.microsoft.com/office/drawing/2014/main" id="{28B2D65B-7C0A-4540-9BB1-3A2BA1C3B320}"/>
              </a:ext>
            </a:extLst>
          </p:cNvPr>
          <p:cNvSpPr>
            <a:spLocks noGrp="1"/>
          </p:cNvSpPr>
          <p:nvPr/>
        </p:nvSpPr>
        <p:spPr>
          <a:xfrm>
            <a:off x="134284" y="4389010"/>
            <a:ext cx="1357206"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Internet</a:t>
            </a:r>
          </a:p>
        </p:txBody>
      </p:sp>
      <p:sp>
        <p:nvSpPr>
          <p:cNvPr id="58" name="Extrovertiert">
            <a:extLst>
              <a:ext uri="{FF2B5EF4-FFF2-40B4-BE49-F238E27FC236}">
                <a16:creationId xmlns:a16="http://schemas.microsoft.com/office/drawing/2014/main" id="{A8560577-5D82-4078-A956-BA30B12556FD}"/>
              </a:ext>
            </a:extLst>
          </p:cNvPr>
          <p:cNvSpPr>
            <a:spLocks noGrp="1"/>
          </p:cNvSpPr>
          <p:nvPr/>
        </p:nvSpPr>
        <p:spPr>
          <a:xfrm>
            <a:off x="82760" y="5533534"/>
            <a:ext cx="88992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Extrovertiert</a:t>
            </a:r>
          </a:p>
        </p:txBody>
      </p:sp>
      <p:sp>
        <p:nvSpPr>
          <p:cNvPr id="59" name="Introvertiert">
            <a:extLst>
              <a:ext uri="{FF2B5EF4-FFF2-40B4-BE49-F238E27FC236}">
                <a16:creationId xmlns:a16="http://schemas.microsoft.com/office/drawing/2014/main" id="{124657A9-77EC-40D8-B30E-DCE00AD3FC02}"/>
              </a:ext>
            </a:extLst>
          </p:cNvPr>
          <p:cNvSpPr>
            <a:spLocks noGrp="1"/>
          </p:cNvSpPr>
          <p:nvPr/>
        </p:nvSpPr>
        <p:spPr>
          <a:xfrm>
            <a:off x="1388058" y="5537642"/>
            <a:ext cx="852703"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Introvertiert</a:t>
            </a:r>
          </a:p>
        </p:txBody>
      </p:sp>
      <p:sp>
        <p:nvSpPr>
          <p:cNvPr id="60" name="Planer">
            <a:extLst>
              <a:ext uri="{FF2B5EF4-FFF2-40B4-BE49-F238E27FC236}">
                <a16:creationId xmlns:a16="http://schemas.microsoft.com/office/drawing/2014/main" id="{D0FE18F3-FED4-4291-A264-345476A3EB02}"/>
              </a:ext>
            </a:extLst>
          </p:cNvPr>
          <p:cNvSpPr>
            <a:spLocks noGrp="1"/>
          </p:cNvSpPr>
          <p:nvPr/>
        </p:nvSpPr>
        <p:spPr>
          <a:xfrm>
            <a:off x="77024" y="5893187"/>
            <a:ext cx="1022692"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Planer</a:t>
            </a:r>
          </a:p>
        </p:txBody>
      </p:sp>
      <p:sp>
        <p:nvSpPr>
          <p:cNvPr id="61" name="Spontan">
            <a:extLst>
              <a:ext uri="{FF2B5EF4-FFF2-40B4-BE49-F238E27FC236}">
                <a16:creationId xmlns:a16="http://schemas.microsoft.com/office/drawing/2014/main" id="{88C99627-9916-45EB-B20F-0BCF83C38230}"/>
              </a:ext>
            </a:extLst>
          </p:cNvPr>
          <p:cNvSpPr>
            <a:spLocks noGrp="1"/>
          </p:cNvSpPr>
          <p:nvPr/>
        </p:nvSpPr>
        <p:spPr>
          <a:xfrm>
            <a:off x="1566050" y="5893187"/>
            <a:ext cx="612497"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Spontan</a:t>
            </a:r>
          </a:p>
        </p:txBody>
      </p:sp>
      <p:sp>
        <p:nvSpPr>
          <p:cNvPr id="62" name="Fühlen">
            <a:extLst>
              <a:ext uri="{FF2B5EF4-FFF2-40B4-BE49-F238E27FC236}">
                <a16:creationId xmlns:a16="http://schemas.microsoft.com/office/drawing/2014/main" id="{6747BE4F-8950-43D7-92CD-F1E0184B75EA}"/>
              </a:ext>
            </a:extLst>
          </p:cNvPr>
          <p:cNvSpPr>
            <a:spLocks noGrp="1"/>
          </p:cNvSpPr>
          <p:nvPr/>
        </p:nvSpPr>
        <p:spPr>
          <a:xfrm>
            <a:off x="1725637" y="6265328"/>
            <a:ext cx="692318"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Fühlen</a:t>
            </a:r>
          </a:p>
        </p:txBody>
      </p:sp>
      <p:sp>
        <p:nvSpPr>
          <p:cNvPr id="63" name="Konservativ">
            <a:extLst>
              <a:ext uri="{FF2B5EF4-FFF2-40B4-BE49-F238E27FC236}">
                <a16:creationId xmlns:a16="http://schemas.microsoft.com/office/drawing/2014/main" id="{5CA6DB11-9BCE-46D7-BD8F-B487B45784CC}"/>
              </a:ext>
            </a:extLst>
          </p:cNvPr>
          <p:cNvSpPr>
            <a:spLocks noGrp="1"/>
          </p:cNvSpPr>
          <p:nvPr/>
        </p:nvSpPr>
        <p:spPr>
          <a:xfrm>
            <a:off x="82340" y="6663407"/>
            <a:ext cx="838450"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Konservativ</a:t>
            </a:r>
          </a:p>
        </p:txBody>
      </p:sp>
      <p:sp>
        <p:nvSpPr>
          <p:cNvPr id="64" name="Liberal">
            <a:extLst>
              <a:ext uri="{FF2B5EF4-FFF2-40B4-BE49-F238E27FC236}">
                <a16:creationId xmlns:a16="http://schemas.microsoft.com/office/drawing/2014/main" id="{CBB632E1-2BE6-4B4E-8ECF-5009DEBD8877}"/>
              </a:ext>
            </a:extLst>
          </p:cNvPr>
          <p:cNvSpPr>
            <a:spLocks noGrp="1"/>
          </p:cNvSpPr>
          <p:nvPr/>
        </p:nvSpPr>
        <p:spPr>
          <a:xfrm>
            <a:off x="1765096" y="6649904"/>
            <a:ext cx="51938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Liberal</a:t>
            </a:r>
          </a:p>
        </p:txBody>
      </p:sp>
      <p:sp>
        <p:nvSpPr>
          <p:cNvPr id="65" name="Anführer">
            <a:extLst>
              <a:ext uri="{FF2B5EF4-FFF2-40B4-BE49-F238E27FC236}">
                <a16:creationId xmlns:a16="http://schemas.microsoft.com/office/drawing/2014/main" id="{263BF284-5B72-4F84-A1D0-EB617316CB00}"/>
              </a:ext>
            </a:extLst>
          </p:cNvPr>
          <p:cNvSpPr>
            <a:spLocks noGrp="1"/>
          </p:cNvSpPr>
          <p:nvPr/>
        </p:nvSpPr>
        <p:spPr>
          <a:xfrm>
            <a:off x="104432" y="7101330"/>
            <a:ext cx="64721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Anführer</a:t>
            </a:r>
          </a:p>
        </p:txBody>
      </p:sp>
      <p:sp>
        <p:nvSpPr>
          <p:cNvPr id="66" name="Nachahmer">
            <a:extLst>
              <a:ext uri="{FF2B5EF4-FFF2-40B4-BE49-F238E27FC236}">
                <a16:creationId xmlns:a16="http://schemas.microsoft.com/office/drawing/2014/main" id="{D5226E57-86B7-4C63-B917-4FDDC04A6B2B}"/>
              </a:ext>
            </a:extLst>
          </p:cNvPr>
          <p:cNvSpPr>
            <a:spLocks noGrp="1"/>
          </p:cNvSpPr>
          <p:nvPr/>
        </p:nvSpPr>
        <p:spPr>
          <a:xfrm>
            <a:off x="1453692" y="7069712"/>
            <a:ext cx="83937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Nachahmer</a:t>
            </a:r>
          </a:p>
        </p:txBody>
      </p:sp>
      <p:sp>
        <p:nvSpPr>
          <p:cNvPr id="67" name="Internet">
            <a:extLst>
              <a:ext uri="{FF2B5EF4-FFF2-40B4-BE49-F238E27FC236}">
                <a16:creationId xmlns:a16="http://schemas.microsoft.com/office/drawing/2014/main" id="{74A13C56-17B0-4C31-9510-B5E300B78A64}"/>
              </a:ext>
            </a:extLst>
          </p:cNvPr>
          <p:cNvSpPr>
            <a:spLocks noGrp="1"/>
          </p:cNvSpPr>
          <p:nvPr/>
        </p:nvSpPr>
        <p:spPr>
          <a:xfrm>
            <a:off x="101283" y="3669842"/>
            <a:ext cx="961917"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Technologie</a:t>
            </a:r>
          </a:p>
        </p:txBody>
      </p:sp>
      <p:sp>
        <p:nvSpPr>
          <p:cNvPr id="68" name="Software und Apps">
            <a:extLst>
              <a:ext uri="{FF2B5EF4-FFF2-40B4-BE49-F238E27FC236}">
                <a16:creationId xmlns:a16="http://schemas.microsoft.com/office/drawing/2014/main" id="{3362B1B7-D87D-481B-BE54-011F77612331}"/>
              </a:ext>
            </a:extLst>
          </p:cNvPr>
          <p:cNvSpPr>
            <a:spLocks noGrp="1"/>
          </p:cNvSpPr>
          <p:nvPr/>
        </p:nvSpPr>
        <p:spPr>
          <a:xfrm>
            <a:off x="110811" y="4049132"/>
            <a:ext cx="133783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Software und Apps</a:t>
            </a:r>
          </a:p>
        </p:txBody>
      </p:sp>
      <p:sp>
        <p:nvSpPr>
          <p:cNvPr id="70" name="Rechteck">
            <a:extLst>
              <a:ext uri="{FF2B5EF4-FFF2-40B4-BE49-F238E27FC236}">
                <a16:creationId xmlns:a16="http://schemas.microsoft.com/office/drawing/2014/main" id="{5D8690B6-5E99-4750-88E0-64565D577282}"/>
              </a:ext>
            </a:extLst>
          </p:cNvPr>
          <p:cNvSpPr>
            <a:spLocks noGrp="1"/>
          </p:cNvSpPr>
          <p:nvPr/>
        </p:nvSpPr>
        <p:spPr>
          <a:xfrm>
            <a:off x="104433"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a:ext uri="{FF2B5EF4-FFF2-40B4-BE49-F238E27FC236}">
                <a16:creationId xmlns:a16="http://schemas.microsoft.com/office/drawing/2014/main" id="{32848BB3-5727-4D6A-A110-F633A76793A3}"/>
              </a:ext>
            </a:extLst>
          </p:cNvPr>
          <p:cNvSpPr>
            <a:spLocks noGrp="1"/>
          </p:cNvSpPr>
          <p:nvPr/>
        </p:nvSpPr>
        <p:spPr>
          <a:xfrm>
            <a:off x="957231" y="73232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a:ext uri="{FF2B5EF4-FFF2-40B4-BE49-F238E27FC236}">
                <a16:creationId xmlns:a16="http://schemas.microsoft.com/office/drawing/2014/main" id="{50062F09-FC3A-4349-86B5-36B0E542BC34}"/>
              </a:ext>
            </a:extLst>
          </p:cNvPr>
          <p:cNvSpPr>
            <a:spLocks noGrp="1"/>
          </p:cNvSpPr>
          <p:nvPr/>
        </p:nvSpPr>
        <p:spPr>
          <a:xfrm>
            <a:off x="5308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a:ext uri="{FF2B5EF4-FFF2-40B4-BE49-F238E27FC236}">
                <a16:creationId xmlns:a16="http://schemas.microsoft.com/office/drawing/2014/main" id="{A73686BC-7D33-487D-A59D-B8A2614EC025}"/>
              </a:ext>
            </a:extLst>
          </p:cNvPr>
          <p:cNvSpPr>
            <a:spLocks noGrp="1"/>
          </p:cNvSpPr>
          <p:nvPr/>
        </p:nvSpPr>
        <p:spPr>
          <a:xfrm>
            <a:off x="13836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a:ext uri="{FF2B5EF4-FFF2-40B4-BE49-F238E27FC236}">
                <a16:creationId xmlns:a16="http://schemas.microsoft.com/office/drawing/2014/main" id="{2D768AB4-9B3F-4F96-A6FA-02EA6985981F}"/>
              </a:ext>
            </a:extLst>
          </p:cNvPr>
          <p:cNvSpPr>
            <a:spLocks noGrp="1"/>
          </p:cNvSpPr>
          <p:nvPr/>
        </p:nvSpPr>
        <p:spPr>
          <a:xfrm>
            <a:off x="18100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a:ext uri="{FF2B5EF4-FFF2-40B4-BE49-F238E27FC236}">
                <a16:creationId xmlns:a16="http://schemas.microsoft.com/office/drawing/2014/main" id="{2893C15A-D55F-48CF-81A6-F3AB22FFC2D2}"/>
              </a:ext>
            </a:extLst>
          </p:cNvPr>
          <p:cNvSpPr>
            <a:spLocks noGrp="1"/>
          </p:cNvSpPr>
          <p:nvPr/>
        </p:nvSpPr>
        <p:spPr>
          <a:xfrm>
            <a:off x="104433"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a:ext uri="{FF2B5EF4-FFF2-40B4-BE49-F238E27FC236}">
                <a16:creationId xmlns:a16="http://schemas.microsoft.com/office/drawing/2014/main" id="{894ED74E-0855-43C5-932B-565CB7C6450D}"/>
              </a:ext>
            </a:extLst>
          </p:cNvPr>
          <p:cNvSpPr>
            <a:spLocks noGrp="1"/>
          </p:cNvSpPr>
          <p:nvPr/>
        </p:nvSpPr>
        <p:spPr>
          <a:xfrm>
            <a:off x="9572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a:ext uri="{FF2B5EF4-FFF2-40B4-BE49-F238E27FC236}">
                <a16:creationId xmlns:a16="http://schemas.microsoft.com/office/drawing/2014/main" id="{E07F87FB-4967-49CB-B94A-BAB21B47469C}"/>
              </a:ext>
            </a:extLst>
          </p:cNvPr>
          <p:cNvSpPr>
            <a:spLocks noGrp="1"/>
          </p:cNvSpPr>
          <p:nvPr/>
        </p:nvSpPr>
        <p:spPr>
          <a:xfrm>
            <a:off x="5308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a:ext uri="{FF2B5EF4-FFF2-40B4-BE49-F238E27FC236}">
                <a16:creationId xmlns:a16="http://schemas.microsoft.com/office/drawing/2014/main" id="{C845B0A9-1EBA-4AEF-A447-6554E0DC703C}"/>
              </a:ext>
            </a:extLst>
          </p:cNvPr>
          <p:cNvSpPr>
            <a:spLocks noGrp="1"/>
          </p:cNvSpPr>
          <p:nvPr/>
        </p:nvSpPr>
        <p:spPr>
          <a:xfrm>
            <a:off x="13836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a:ext uri="{FF2B5EF4-FFF2-40B4-BE49-F238E27FC236}">
                <a16:creationId xmlns:a16="http://schemas.microsoft.com/office/drawing/2014/main" id="{163E74F4-C97B-4DEB-AB21-694386DCF696}"/>
              </a:ext>
            </a:extLst>
          </p:cNvPr>
          <p:cNvSpPr>
            <a:spLocks noGrp="1"/>
          </p:cNvSpPr>
          <p:nvPr/>
        </p:nvSpPr>
        <p:spPr>
          <a:xfrm>
            <a:off x="1810031" y="6915851"/>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a:ext uri="{FF2B5EF4-FFF2-40B4-BE49-F238E27FC236}">
                <a16:creationId xmlns:a16="http://schemas.microsoft.com/office/drawing/2014/main" id="{981752B2-BA7C-4625-B3BD-C21A8A17C794}"/>
              </a:ext>
            </a:extLst>
          </p:cNvPr>
          <p:cNvSpPr>
            <a:spLocks noGrp="1"/>
          </p:cNvSpPr>
          <p:nvPr/>
        </p:nvSpPr>
        <p:spPr>
          <a:xfrm>
            <a:off x="104433"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a:ext uri="{FF2B5EF4-FFF2-40B4-BE49-F238E27FC236}">
                <a16:creationId xmlns:a16="http://schemas.microsoft.com/office/drawing/2014/main" id="{4B4202E3-481A-4E89-91C4-A67D664BEEC1}"/>
              </a:ext>
            </a:extLst>
          </p:cNvPr>
          <p:cNvSpPr>
            <a:spLocks noGrp="1"/>
          </p:cNvSpPr>
          <p:nvPr/>
        </p:nvSpPr>
        <p:spPr>
          <a:xfrm>
            <a:off x="9572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a:ext uri="{FF2B5EF4-FFF2-40B4-BE49-F238E27FC236}">
                <a16:creationId xmlns:a16="http://schemas.microsoft.com/office/drawing/2014/main" id="{F7E302B0-AEA3-4392-8C92-8B5FC3DDDD96}"/>
              </a:ext>
            </a:extLst>
          </p:cNvPr>
          <p:cNvSpPr>
            <a:spLocks noGrp="1"/>
          </p:cNvSpPr>
          <p:nvPr/>
        </p:nvSpPr>
        <p:spPr>
          <a:xfrm>
            <a:off x="530832" y="6509182"/>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a:ext uri="{FF2B5EF4-FFF2-40B4-BE49-F238E27FC236}">
                <a16:creationId xmlns:a16="http://schemas.microsoft.com/office/drawing/2014/main" id="{A8E1725A-20BE-4B0A-A477-341A0AF44666}"/>
              </a:ext>
            </a:extLst>
          </p:cNvPr>
          <p:cNvSpPr>
            <a:spLocks noGrp="1"/>
          </p:cNvSpPr>
          <p:nvPr/>
        </p:nvSpPr>
        <p:spPr>
          <a:xfrm>
            <a:off x="13836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a:ext uri="{FF2B5EF4-FFF2-40B4-BE49-F238E27FC236}">
                <a16:creationId xmlns:a16="http://schemas.microsoft.com/office/drawing/2014/main" id="{18BE0286-73B7-4FB5-BBC5-7D83BA983331}"/>
              </a:ext>
            </a:extLst>
          </p:cNvPr>
          <p:cNvSpPr>
            <a:spLocks noGrp="1"/>
          </p:cNvSpPr>
          <p:nvPr/>
        </p:nvSpPr>
        <p:spPr>
          <a:xfrm>
            <a:off x="18100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a:ext uri="{FF2B5EF4-FFF2-40B4-BE49-F238E27FC236}">
                <a16:creationId xmlns:a16="http://schemas.microsoft.com/office/drawing/2014/main" id="{B75F36B9-DE97-47B1-B92E-F3DD298050BB}"/>
              </a:ext>
            </a:extLst>
          </p:cNvPr>
          <p:cNvSpPr>
            <a:spLocks noGrp="1"/>
          </p:cNvSpPr>
          <p:nvPr/>
        </p:nvSpPr>
        <p:spPr>
          <a:xfrm>
            <a:off x="83050" y="6264018"/>
            <a:ext cx="601603" cy="212268"/>
          </a:xfrm>
          <a:prstGeom prst="rect">
            <a:avLst/>
          </a:prstGeom>
          <a:ln w="3175"/>
        </p:spPr>
        <p:txBody>
          <a:bodyPr lIns="38100" tIns="38100" rIns="38100" bIns="38100" anchor="ctr"/>
          <a:lstStyle>
            <a:lvl1pPr algn="l">
              <a:buNone/>
              <a:defRPr sz="1400" b="0" spc="70">
                <a:solidFill>
                  <a:srgbClr val="FFFFFF"/>
                </a:solidFill>
                <a:latin typeface="Futura"/>
                <a:ea typeface="Futura"/>
                <a:cs typeface="Futura"/>
              </a:defRPr>
            </a:lvl1pPr>
          </a:lstStyle>
          <a:p>
            <a:r>
              <a:rPr sz="1000">
                <a:latin typeface="Arial"/>
                <a:ea typeface="Arial"/>
                <a:cs typeface="Arial"/>
              </a:rPr>
              <a:t>Denken</a:t>
            </a:r>
          </a:p>
        </p:txBody>
      </p:sp>
      <p:sp>
        <p:nvSpPr>
          <p:cNvPr id="89" name="Rechteck">
            <a:extLst>
              <a:ext uri="{FF2B5EF4-FFF2-40B4-BE49-F238E27FC236}">
                <a16:creationId xmlns:a16="http://schemas.microsoft.com/office/drawing/2014/main" id="{A3C9F528-BB90-46BE-80DC-52099D74C9A6}"/>
              </a:ext>
            </a:extLst>
          </p:cNvPr>
          <p:cNvSpPr>
            <a:spLocks noGrp="1"/>
          </p:cNvSpPr>
          <p:nvPr/>
        </p:nvSpPr>
        <p:spPr>
          <a:xfrm>
            <a:off x="104432"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a:ext uri="{FF2B5EF4-FFF2-40B4-BE49-F238E27FC236}">
                <a16:creationId xmlns:a16="http://schemas.microsoft.com/office/drawing/2014/main" id="{97DF5059-236D-45CA-920E-3ACB08422480}"/>
              </a:ext>
            </a:extLst>
          </p:cNvPr>
          <p:cNvSpPr>
            <a:spLocks noGrp="1"/>
          </p:cNvSpPr>
          <p:nvPr/>
        </p:nvSpPr>
        <p:spPr>
          <a:xfrm>
            <a:off x="943716"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a:ext uri="{FF2B5EF4-FFF2-40B4-BE49-F238E27FC236}">
                <a16:creationId xmlns:a16="http://schemas.microsoft.com/office/drawing/2014/main" id="{A3204F46-9E27-4B78-B33E-F2E82A35F0E2}"/>
              </a:ext>
            </a:extLst>
          </p:cNvPr>
          <p:cNvSpPr>
            <a:spLocks noGrp="1"/>
          </p:cNvSpPr>
          <p:nvPr/>
        </p:nvSpPr>
        <p:spPr>
          <a:xfrm>
            <a:off x="524074"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a:ext uri="{FF2B5EF4-FFF2-40B4-BE49-F238E27FC236}">
                <a16:creationId xmlns:a16="http://schemas.microsoft.com/office/drawing/2014/main" id="{E3B81E32-966D-4D2B-9C5A-BDA5A15900F0}"/>
              </a:ext>
            </a:extLst>
          </p:cNvPr>
          <p:cNvSpPr>
            <a:spLocks noGrp="1"/>
          </p:cNvSpPr>
          <p:nvPr/>
        </p:nvSpPr>
        <p:spPr>
          <a:xfrm>
            <a:off x="1363359" y="6128603"/>
            <a:ext cx="383779"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a:ext uri="{FF2B5EF4-FFF2-40B4-BE49-F238E27FC236}">
                <a16:creationId xmlns:a16="http://schemas.microsoft.com/office/drawing/2014/main" id="{935711A5-2D3F-4D34-BA88-720C70F80BDC}"/>
              </a:ext>
            </a:extLst>
          </p:cNvPr>
          <p:cNvSpPr>
            <a:spLocks noGrp="1"/>
          </p:cNvSpPr>
          <p:nvPr/>
        </p:nvSpPr>
        <p:spPr>
          <a:xfrm>
            <a:off x="1783001"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a:ext uri="{FF2B5EF4-FFF2-40B4-BE49-F238E27FC236}">
                <a16:creationId xmlns:a16="http://schemas.microsoft.com/office/drawing/2014/main" id="{E7AF644E-B7C8-48BA-9BC0-F16ED3FCD9BD}"/>
              </a:ext>
            </a:extLst>
          </p:cNvPr>
          <p:cNvSpPr>
            <a:spLocks noGrp="1"/>
          </p:cNvSpPr>
          <p:nvPr/>
        </p:nvSpPr>
        <p:spPr>
          <a:xfrm>
            <a:off x="104433"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a:ext uri="{FF2B5EF4-FFF2-40B4-BE49-F238E27FC236}">
                <a16:creationId xmlns:a16="http://schemas.microsoft.com/office/drawing/2014/main" id="{62CE3595-C01C-4834-B9EF-A74F8C8D0AAA}"/>
              </a:ext>
            </a:extLst>
          </p:cNvPr>
          <p:cNvSpPr>
            <a:spLocks noGrp="1"/>
          </p:cNvSpPr>
          <p:nvPr/>
        </p:nvSpPr>
        <p:spPr>
          <a:xfrm>
            <a:off x="9572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a:ext uri="{FF2B5EF4-FFF2-40B4-BE49-F238E27FC236}">
                <a16:creationId xmlns:a16="http://schemas.microsoft.com/office/drawing/2014/main" id="{EBA9E952-394A-464C-AED1-2BAAE4332FA5}"/>
              </a:ext>
            </a:extLst>
          </p:cNvPr>
          <p:cNvSpPr>
            <a:spLocks noGrp="1"/>
          </p:cNvSpPr>
          <p:nvPr/>
        </p:nvSpPr>
        <p:spPr>
          <a:xfrm>
            <a:off x="5308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a:ext uri="{FF2B5EF4-FFF2-40B4-BE49-F238E27FC236}">
                <a16:creationId xmlns:a16="http://schemas.microsoft.com/office/drawing/2014/main" id="{31BB97C8-DDB2-42E3-AA46-85C7FE8E76C7}"/>
              </a:ext>
            </a:extLst>
          </p:cNvPr>
          <p:cNvSpPr>
            <a:spLocks noGrp="1"/>
          </p:cNvSpPr>
          <p:nvPr/>
        </p:nvSpPr>
        <p:spPr>
          <a:xfrm>
            <a:off x="1383632" y="57643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a:ext uri="{FF2B5EF4-FFF2-40B4-BE49-F238E27FC236}">
                <a16:creationId xmlns:a16="http://schemas.microsoft.com/office/drawing/2014/main" id="{66614AE4-75B5-4E0E-9950-5155BD83585C}"/>
              </a:ext>
            </a:extLst>
          </p:cNvPr>
          <p:cNvSpPr>
            <a:spLocks noGrp="1"/>
          </p:cNvSpPr>
          <p:nvPr/>
        </p:nvSpPr>
        <p:spPr>
          <a:xfrm>
            <a:off x="18100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a:ext uri="{FF2B5EF4-FFF2-40B4-BE49-F238E27FC236}">
                <a16:creationId xmlns:a16="http://schemas.microsoft.com/office/drawing/2014/main" id="{93507A3D-06A4-4B77-9637-72FD4F3E3537}"/>
              </a:ext>
            </a:extLst>
          </p:cNvPr>
          <p:cNvSpPr>
            <a:spLocks noGrp="1"/>
          </p:cNvSpPr>
          <p:nvPr/>
        </p:nvSpPr>
        <p:spPr>
          <a:xfrm>
            <a:off x="137507"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a:ext uri="{FF2B5EF4-FFF2-40B4-BE49-F238E27FC236}">
                <a16:creationId xmlns:a16="http://schemas.microsoft.com/office/drawing/2014/main" id="{D4076C11-A33F-4679-B084-F0A7D36FD31E}"/>
              </a:ext>
            </a:extLst>
          </p:cNvPr>
          <p:cNvSpPr>
            <a:spLocks noGrp="1"/>
          </p:cNvSpPr>
          <p:nvPr/>
        </p:nvSpPr>
        <p:spPr>
          <a:xfrm>
            <a:off x="990305"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a:ext uri="{FF2B5EF4-FFF2-40B4-BE49-F238E27FC236}">
                <a16:creationId xmlns:a16="http://schemas.microsoft.com/office/drawing/2014/main" id="{ED584246-6A7F-4E47-861C-A0935E8FDAE0}"/>
              </a:ext>
            </a:extLst>
          </p:cNvPr>
          <p:cNvSpPr>
            <a:spLocks noGrp="1"/>
          </p:cNvSpPr>
          <p:nvPr/>
        </p:nvSpPr>
        <p:spPr>
          <a:xfrm>
            <a:off x="5639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a:ext uri="{FF2B5EF4-FFF2-40B4-BE49-F238E27FC236}">
                <a16:creationId xmlns:a16="http://schemas.microsoft.com/office/drawing/2014/main" id="{C8E00D01-A25E-4123-B26F-465076D35C01}"/>
              </a:ext>
            </a:extLst>
          </p:cNvPr>
          <p:cNvSpPr>
            <a:spLocks noGrp="1"/>
          </p:cNvSpPr>
          <p:nvPr/>
        </p:nvSpPr>
        <p:spPr>
          <a:xfrm>
            <a:off x="14167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a:ext uri="{FF2B5EF4-FFF2-40B4-BE49-F238E27FC236}">
                <a16:creationId xmlns:a16="http://schemas.microsoft.com/office/drawing/2014/main" id="{EEDE575F-961E-46D4-A388-3C0627E5FE3E}"/>
              </a:ext>
            </a:extLst>
          </p:cNvPr>
          <p:cNvSpPr>
            <a:spLocks noGrp="1"/>
          </p:cNvSpPr>
          <p:nvPr/>
        </p:nvSpPr>
        <p:spPr>
          <a:xfrm>
            <a:off x="1843105"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a:ext uri="{FF2B5EF4-FFF2-40B4-BE49-F238E27FC236}">
                <a16:creationId xmlns:a16="http://schemas.microsoft.com/office/drawing/2014/main" id="{DFA6F396-E9EA-4F96-A4C7-C346F6D5B455}"/>
              </a:ext>
            </a:extLst>
          </p:cNvPr>
          <p:cNvSpPr>
            <a:spLocks noGrp="1"/>
          </p:cNvSpPr>
          <p:nvPr/>
        </p:nvSpPr>
        <p:spPr>
          <a:xfrm>
            <a:off x="137507"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a:ext uri="{FF2B5EF4-FFF2-40B4-BE49-F238E27FC236}">
                <a16:creationId xmlns:a16="http://schemas.microsoft.com/office/drawing/2014/main" id="{3BC10C83-EACE-4C25-B121-AD97099C3738}"/>
              </a:ext>
            </a:extLst>
          </p:cNvPr>
          <p:cNvSpPr>
            <a:spLocks noGrp="1"/>
          </p:cNvSpPr>
          <p:nvPr/>
        </p:nvSpPr>
        <p:spPr>
          <a:xfrm>
            <a:off x="990305"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a:ext uri="{FF2B5EF4-FFF2-40B4-BE49-F238E27FC236}">
                <a16:creationId xmlns:a16="http://schemas.microsoft.com/office/drawing/2014/main" id="{B2D4D5E2-C33A-4F28-8A32-64EE292584B7}"/>
              </a:ext>
            </a:extLst>
          </p:cNvPr>
          <p:cNvSpPr>
            <a:spLocks noGrp="1"/>
          </p:cNvSpPr>
          <p:nvPr/>
        </p:nvSpPr>
        <p:spPr>
          <a:xfrm>
            <a:off x="5639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a:ext uri="{FF2B5EF4-FFF2-40B4-BE49-F238E27FC236}">
                <a16:creationId xmlns:a16="http://schemas.microsoft.com/office/drawing/2014/main" id="{AC58726F-89BA-4722-B4A8-B21637F6AFEC}"/>
              </a:ext>
            </a:extLst>
          </p:cNvPr>
          <p:cNvSpPr>
            <a:spLocks noGrp="1"/>
          </p:cNvSpPr>
          <p:nvPr/>
        </p:nvSpPr>
        <p:spPr>
          <a:xfrm>
            <a:off x="14167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a:ext uri="{FF2B5EF4-FFF2-40B4-BE49-F238E27FC236}">
                <a16:creationId xmlns:a16="http://schemas.microsoft.com/office/drawing/2014/main" id="{4D4E692F-772A-48C3-B7F5-DFA9C52DB3D8}"/>
              </a:ext>
            </a:extLst>
          </p:cNvPr>
          <p:cNvSpPr>
            <a:spLocks noGrp="1"/>
          </p:cNvSpPr>
          <p:nvPr/>
        </p:nvSpPr>
        <p:spPr>
          <a:xfrm>
            <a:off x="1843105"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a:ext uri="{FF2B5EF4-FFF2-40B4-BE49-F238E27FC236}">
                <a16:creationId xmlns:a16="http://schemas.microsoft.com/office/drawing/2014/main" id="{00375B53-89A5-4B13-9B85-92BF41485641}"/>
              </a:ext>
            </a:extLst>
          </p:cNvPr>
          <p:cNvSpPr>
            <a:spLocks noGrp="1"/>
          </p:cNvSpPr>
          <p:nvPr/>
        </p:nvSpPr>
        <p:spPr>
          <a:xfrm>
            <a:off x="137507"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a:ext uri="{FF2B5EF4-FFF2-40B4-BE49-F238E27FC236}">
                <a16:creationId xmlns:a16="http://schemas.microsoft.com/office/drawing/2014/main" id="{813A41FF-9DF7-4115-B365-72A290DA0639}"/>
              </a:ext>
            </a:extLst>
          </p:cNvPr>
          <p:cNvSpPr>
            <a:spLocks noGrp="1"/>
          </p:cNvSpPr>
          <p:nvPr/>
        </p:nvSpPr>
        <p:spPr>
          <a:xfrm>
            <a:off x="9903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a:ext uri="{FF2B5EF4-FFF2-40B4-BE49-F238E27FC236}">
                <a16:creationId xmlns:a16="http://schemas.microsoft.com/office/drawing/2014/main" id="{8575CC6F-4346-48F6-8E8F-7BA7CF11E1E0}"/>
              </a:ext>
            </a:extLst>
          </p:cNvPr>
          <p:cNvSpPr>
            <a:spLocks noGrp="1"/>
          </p:cNvSpPr>
          <p:nvPr/>
        </p:nvSpPr>
        <p:spPr>
          <a:xfrm>
            <a:off x="5639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a:ext uri="{FF2B5EF4-FFF2-40B4-BE49-F238E27FC236}">
                <a16:creationId xmlns:a16="http://schemas.microsoft.com/office/drawing/2014/main" id="{1AF2C3AB-9733-44F9-9C20-A508BCB317BD}"/>
              </a:ext>
            </a:extLst>
          </p:cNvPr>
          <p:cNvSpPr>
            <a:spLocks noGrp="1"/>
          </p:cNvSpPr>
          <p:nvPr/>
        </p:nvSpPr>
        <p:spPr>
          <a:xfrm>
            <a:off x="14167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a:ext uri="{FF2B5EF4-FFF2-40B4-BE49-F238E27FC236}">
                <a16:creationId xmlns:a16="http://schemas.microsoft.com/office/drawing/2014/main" id="{14C5C638-E585-4A67-A7CC-F20C33B33C6F}"/>
              </a:ext>
            </a:extLst>
          </p:cNvPr>
          <p:cNvSpPr>
            <a:spLocks noGrp="1"/>
          </p:cNvSpPr>
          <p:nvPr/>
        </p:nvSpPr>
        <p:spPr>
          <a:xfrm>
            <a:off x="18431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a:ext uri="{FF2B5EF4-FFF2-40B4-BE49-F238E27FC236}">
                <a16:creationId xmlns:a16="http://schemas.microsoft.com/office/drawing/2014/main" id="{F1333136-F1A8-4260-92BE-552F2B7CB04F}"/>
              </a:ext>
            </a:extLst>
          </p:cNvPr>
          <p:cNvSpPr>
            <a:spLocks noGrp="1"/>
          </p:cNvSpPr>
          <p:nvPr/>
        </p:nvSpPr>
        <p:spPr>
          <a:xfrm>
            <a:off x="134284" y="4785593"/>
            <a:ext cx="1357206" cy="230832"/>
          </a:xfrm>
          <a:prstGeom prst="rect">
            <a:avLst/>
          </a:prstGeom>
          <a:ln w="3175"/>
        </p:spPr>
        <p:txBody>
          <a:bodyPr wrap="square" lIns="38100" tIns="38100" rIns="38100" bIns="38100" anchor="ctr">
            <a:spAutoFit/>
          </a:bodyPr>
          <a:lstStyle>
            <a:lvl1pPr algn="l">
              <a:buNone/>
              <a:defRPr sz="2000" b="0" spc="100">
                <a:solidFill>
                  <a:srgbClr val="FFFFFF"/>
                </a:solidFill>
                <a:latin typeface="Futura"/>
                <a:ea typeface="Futura"/>
                <a:cs typeface="Futura"/>
              </a:defRPr>
            </a:lvl1pPr>
          </a:lstStyle>
          <a:p>
            <a:r>
              <a:rPr sz="1000">
                <a:latin typeface="Arial"/>
                <a:ea typeface="Arial"/>
                <a:cs typeface="Arial"/>
              </a:rPr>
              <a:t>Social Network</a:t>
            </a:r>
          </a:p>
        </p:txBody>
      </p:sp>
      <p:sp>
        <p:nvSpPr>
          <p:cNvPr id="120" name="Rechteck">
            <a:extLst>
              <a:ext uri="{FF2B5EF4-FFF2-40B4-BE49-F238E27FC236}">
                <a16:creationId xmlns:a16="http://schemas.microsoft.com/office/drawing/2014/main" id="{82877763-BFF5-457A-A6AF-6232ABA92FB1}"/>
              </a:ext>
            </a:extLst>
          </p:cNvPr>
          <p:cNvSpPr>
            <a:spLocks noGrp="1"/>
          </p:cNvSpPr>
          <p:nvPr/>
        </p:nvSpPr>
        <p:spPr>
          <a:xfrm>
            <a:off x="137507"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a:ext uri="{FF2B5EF4-FFF2-40B4-BE49-F238E27FC236}">
                <a16:creationId xmlns:a16="http://schemas.microsoft.com/office/drawing/2014/main" id="{8A2CD27C-2697-411B-8B68-CA001240C03D}"/>
              </a:ext>
            </a:extLst>
          </p:cNvPr>
          <p:cNvSpPr>
            <a:spLocks noGrp="1"/>
          </p:cNvSpPr>
          <p:nvPr/>
        </p:nvSpPr>
        <p:spPr>
          <a:xfrm>
            <a:off x="990305"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a:ext uri="{FF2B5EF4-FFF2-40B4-BE49-F238E27FC236}">
                <a16:creationId xmlns:a16="http://schemas.microsoft.com/office/drawing/2014/main" id="{993DFD79-B749-439C-AB0E-7D54E7EA0F1D}"/>
              </a:ext>
            </a:extLst>
          </p:cNvPr>
          <p:cNvSpPr>
            <a:spLocks noGrp="1"/>
          </p:cNvSpPr>
          <p:nvPr/>
        </p:nvSpPr>
        <p:spPr>
          <a:xfrm>
            <a:off x="5639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a:ext uri="{FF2B5EF4-FFF2-40B4-BE49-F238E27FC236}">
                <a16:creationId xmlns:a16="http://schemas.microsoft.com/office/drawing/2014/main" id="{8AEFA1C4-374D-414C-835E-795152424B48}"/>
              </a:ext>
            </a:extLst>
          </p:cNvPr>
          <p:cNvSpPr>
            <a:spLocks noGrp="1"/>
          </p:cNvSpPr>
          <p:nvPr/>
        </p:nvSpPr>
        <p:spPr>
          <a:xfrm>
            <a:off x="14167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a:ext uri="{FF2B5EF4-FFF2-40B4-BE49-F238E27FC236}">
                <a16:creationId xmlns:a16="http://schemas.microsoft.com/office/drawing/2014/main" id="{F213A40E-63A3-4EFA-9928-B064883278CA}"/>
              </a:ext>
            </a:extLst>
          </p:cNvPr>
          <p:cNvSpPr>
            <a:spLocks noGrp="1"/>
          </p:cNvSpPr>
          <p:nvPr/>
        </p:nvSpPr>
        <p:spPr>
          <a:xfrm>
            <a:off x="1843105"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a:ext uri="{FF2B5EF4-FFF2-40B4-BE49-F238E27FC236}">
                <a16:creationId xmlns:a16="http://schemas.microsoft.com/office/drawing/2014/main" id="{FB0FBFAF-C580-4C89-ACB6-131CCB98D2F8}"/>
              </a:ext>
            </a:extLst>
          </p:cNvPr>
          <p:cNvSpPr>
            <a:spLocks noGrp="1"/>
          </p:cNvSpPr>
          <p:nvPr/>
        </p:nvSpPr>
        <p:spPr>
          <a:xfrm>
            <a:off x="-19028" y="1474705"/>
            <a:ext cx="2526008" cy="812514"/>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126" name="Alter">
            <a:extLst>
              <a:ext uri="{FF2B5EF4-FFF2-40B4-BE49-F238E27FC236}">
                <a16:creationId xmlns:a16="http://schemas.microsoft.com/office/drawing/2014/main" id="{82D282F1-200E-47BC-AE96-45EF9528BF33}"/>
              </a:ext>
            </a:extLst>
          </p:cNvPr>
          <p:cNvSpPr>
            <a:spLocks noGrp="1"/>
          </p:cNvSpPr>
          <p:nvPr/>
        </p:nvSpPr>
        <p:spPr>
          <a:xfrm>
            <a:off x="55659" y="1404614"/>
            <a:ext cx="901180" cy="384721"/>
          </a:xfrm>
          <a:prstGeom prst="rect">
            <a:avLst/>
          </a:prstGeom>
          <a:ln w="3175"/>
        </p:spPr>
        <p:txBody>
          <a:bodyPr wrap="square" lIns="38100" tIns="38100" rIns="38100" bIns="38100" anchor="ctr">
            <a:spAutoFit/>
          </a:bodyPr>
          <a:lstStyle>
            <a:lvl1pPr algn="l">
              <a:buNone/>
              <a:defRPr sz="1500" b="0" spc="75">
                <a:solidFill>
                  <a:srgbClr val="FFFFFF"/>
                </a:solidFill>
                <a:latin typeface="Futura"/>
                <a:ea typeface="Futura"/>
                <a:cs typeface="Futura"/>
              </a:defRPr>
            </a:lvl1pPr>
          </a:lstStyle>
          <a:p>
            <a:r>
              <a:rPr sz="2000">
                <a:latin typeface="Arial"/>
                <a:ea typeface="Arial"/>
                <a:cs typeface="Arial"/>
              </a:rPr>
              <a:t>Tobias</a:t>
            </a:r>
          </a:p>
        </p:txBody>
      </p:sp>
      <p:sp>
        <p:nvSpPr>
          <p:cNvPr id="127" name="Alter">
            <a:extLst>
              <a:ext uri="{FF2B5EF4-FFF2-40B4-BE49-F238E27FC236}">
                <a16:creationId xmlns:a16="http://schemas.microsoft.com/office/drawing/2014/main" id="{11BB9D78-05FB-4E72-84FD-82AEFE511AA8}"/>
              </a:ext>
            </a:extLst>
          </p:cNvPr>
          <p:cNvSpPr>
            <a:spLocks noGrp="1"/>
          </p:cNvSpPr>
          <p:nvPr/>
        </p:nvSpPr>
        <p:spPr>
          <a:xfrm>
            <a:off x="89889" y="1759313"/>
            <a:ext cx="827150"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Lernender</a:t>
            </a:r>
          </a:p>
        </p:txBody>
      </p:sp>
      <p:sp>
        <p:nvSpPr>
          <p:cNvPr id="128" name="Alter">
            <a:extLst>
              <a:ext uri="{FF2B5EF4-FFF2-40B4-BE49-F238E27FC236}">
                <a16:creationId xmlns:a16="http://schemas.microsoft.com/office/drawing/2014/main" id="{64604045-0650-4147-8288-58A2687C8947}"/>
              </a:ext>
            </a:extLst>
          </p:cNvPr>
          <p:cNvSpPr>
            <a:spLocks noGrp="1"/>
          </p:cNvSpPr>
          <p:nvPr/>
        </p:nvSpPr>
        <p:spPr>
          <a:xfrm>
            <a:off x="96249" y="2025609"/>
            <a:ext cx="1181862"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Informatiker</a:t>
            </a:r>
          </a:p>
        </p:txBody>
      </p:sp>
      <p:sp>
        <p:nvSpPr>
          <p:cNvPr id="129" name="Rechteck">
            <a:extLst>
              <a:ext uri="{FF2B5EF4-FFF2-40B4-BE49-F238E27FC236}">
                <a16:creationId xmlns:a16="http://schemas.microsoft.com/office/drawing/2014/main" id="{3F0810EF-5BC7-4BD1-8421-E11BF336FF35}"/>
              </a:ext>
            </a:extLst>
          </p:cNvPr>
          <p:cNvSpPr>
            <a:spLocks noGrp="1"/>
          </p:cNvSpPr>
          <p:nvPr/>
        </p:nvSpPr>
        <p:spPr>
          <a:xfrm>
            <a:off x="2565799" y="737110"/>
            <a:ext cx="4292201" cy="633325"/>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42" name="Alter">
            <a:extLst>
              <a:ext uri="{FF2B5EF4-FFF2-40B4-BE49-F238E27FC236}">
                <a16:creationId xmlns:a16="http://schemas.microsoft.com/office/drawing/2014/main" id="{E9D5841D-B961-4677-ADD2-ED747BCE5EF2}"/>
              </a:ext>
            </a:extLst>
          </p:cNvPr>
          <p:cNvSpPr>
            <a:spLocks noGrp="1"/>
          </p:cNvSpPr>
          <p:nvPr/>
        </p:nvSpPr>
        <p:spPr>
          <a:xfrm>
            <a:off x="2706928" y="955069"/>
            <a:ext cx="735779"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Alter: 19</a:t>
            </a:r>
            <a:endParaRPr sz="1200">
              <a:latin typeface="Arial"/>
              <a:ea typeface="Arial"/>
              <a:cs typeface="Arial"/>
            </a:endParaRPr>
          </a:p>
        </p:txBody>
      </p:sp>
      <p:sp>
        <p:nvSpPr>
          <p:cNvPr id="43" name="Wohnort">
            <a:extLst>
              <a:ext uri="{FF2B5EF4-FFF2-40B4-BE49-F238E27FC236}">
                <a16:creationId xmlns:a16="http://schemas.microsoft.com/office/drawing/2014/main" id="{B4B6DA3A-CE7A-4C1A-82F7-A06F4FEF286E}"/>
              </a:ext>
            </a:extLst>
          </p:cNvPr>
          <p:cNvSpPr>
            <a:spLocks noGrp="1"/>
          </p:cNvSpPr>
          <p:nvPr/>
        </p:nvSpPr>
        <p:spPr>
          <a:xfrm>
            <a:off x="3350000" y="955069"/>
            <a:ext cx="1526508"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Wohnort: Lenzburg</a:t>
            </a:r>
            <a:endParaRPr sz="1200">
              <a:latin typeface="Arial"/>
              <a:ea typeface="Arial"/>
              <a:cs typeface="Arial"/>
            </a:endParaRPr>
          </a:p>
        </p:txBody>
      </p:sp>
      <p:sp>
        <p:nvSpPr>
          <p:cNvPr id="44" name="Familienstatus">
            <a:extLst>
              <a:ext uri="{FF2B5EF4-FFF2-40B4-BE49-F238E27FC236}">
                <a16:creationId xmlns:a16="http://schemas.microsoft.com/office/drawing/2014/main" id="{0EAEA570-8D74-43FC-8C79-3B6AD5E1ABED}"/>
              </a:ext>
            </a:extLst>
          </p:cNvPr>
          <p:cNvSpPr>
            <a:spLocks noGrp="1"/>
          </p:cNvSpPr>
          <p:nvPr/>
        </p:nvSpPr>
        <p:spPr>
          <a:xfrm>
            <a:off x="4900000" y="955069"/>
            <a:ext cx="178895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Familienstatus: Single</a:t>
            </a:r>
            <a:endParaRPr sz="1200">
              <a:latin typeface="Arial"/>
              <a:ea typeface="Arial"/>
              <a:cs typeface="Arial"/>
            </a:endParaRPr>
          </a:p>
        </p:txBody>
      </p:sp>
      <p:sp>
        <p:nvSpPr>
          <p:cNvPr id="130" name="Alter">
            <a:extLst>
              <a:ext uri="{FF2B5EF4-FFF2-40B4-BE49-F238E27FC236}">
                <a16:creationId xmlns:a16="http://schemas.microsoft.com/office/drawing/2014/main" id="{F5FC5F0C-C18F-4BAA-A0B3-F18DFEB8F87B}"/>
              </a:ext>
            </a:extLst>
          </p:cNvPr>
          <p:cNvSpPr>
            <a:spLocks noGrp="1"/>
          </p:cNvSpPr>
          <p:nvPr/>
        </p:nvSpPr>
        <p:spPr>
          <a:xfrm>
            <a:off x="1002651" y="1128820"/>
            <a:ext cx="370294"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Bild</a:t>
            </a:r>
          </a:p>
        </p:txBody>
      </p:sp>
      <p:sp>
        <p:nvSpPr>
          <p:cNvPr id="133" name="Digitale Fähigkeiten">
            <a:extLst>
              <a:ext uri="{FF2B5EF4-FFF2-40B4-BE49-F238E27FC236}">
                <a16:creationId xmlns:a16="http://schemas.microsoft.com/office/drawing/2014/main" id="{95639156-22EA-4C71-9604-82EE6697CA59}"/>
              </a:ext>
            </a:extLst>
          </p:cNvPr>
          <p:cNvSpPr>
            <a:spLocks noGrp="1"/>
          </p:cNvSpPr>
          <p:nvPr/>
        </p:nvSpPr>
        <p:spPr>
          <a:xfrm>
            <a:off x="106044" y="3408655"/>
            <a:ext cx="19059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Digitale Fähigkeiten</a:t>
            </a:r>
          </a:p>
        </p:txBody>
      </p:sp>
      <p:sp>
        <p:nvSpPr>
          <p:cNvPr id="137" name="Digitale Fähigkeiten">
            <a:extLst>
              <a:ext uri="{FF2B5EF4-FFF2-40B4-BE49-F238E27FC236}">
                <a16:creationId xmlns:a16="http://schemas.microsoft.com/office/drawing/2014/main" id="{CC16A71D-C474-48D6-B981-443BBB56BFFC}"/>
              </a:ext>
            </a:extLst>
          </p:cNvPr>
          <p:cNvSpPr>
            <a:spLocks noGrp="1"/>
          </p:cNvSpPr>
          <p:nvPr/>
        </p:nvSpPr>
        <p:spPr>
          <a:xfrm>
            <a:off x="79877" y="5241816"/>
            <a:ext cx="13721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Persönlichkeit</a:t>
            </a:r>
          </a:p>
        </p:txBody>
      </p:sp>
      <p:sp>
        <p:nvSpPr>
          <p:cNvPr id="142" name="„Kurzbeschreibung in Form eines Zitats. Wie würde sich unsere Persona selbst beschreiben?“">
            <a:extLst>
              <a:ext uri="{FF2B5EF4-FFF2-40B4-BE49-F238E27FC236}">
                <a16:creationId xmlns:a16="http://schemas.microsoft.com/office/drawing/2014/main" id="{BBBCFEF8-EC0F-4D66-8148-8817A5F7ECFA}"/>
              </a:ext>
            </a:extLst>
          </p:cNvPr>
          <p:cNvSpPr>
            <a:spLocks noGrp="1"/>
          </p:cNvSpPr>
          <p:nvPr/>
        </p:nvSpPr>
        <p:spPr>
          <a:xfrm>
            <a:off x="2756202" y="158675"/>
            <a:ext cx="3887052" cy="446276"/>
          </a:xfrm>
          <a:prstGeom prst="rect">
            <a:avLst/>
          </a:prstGeom>
          <a:ln w="3175"/>
        </p:spPr>
        <p:txBody>
          <a:bodyPr wrap="square" lIns="38100" tIns="38100" rIns="38100" bIns="38100" anchor="ctr">
            <a:spAutoFit/>
          </a:bodyPr>
          <a:lstStyle>
            <a:lvl1pPr>
              <a:buNone/>
              <a:defRPr b="0">
                <a:latin typeface="Avenir Book Oblique"/>
                <a:ea typeface="Avenir Book Oblique"/>
                <a:cs typeface="Avenir Book Oblique"/>
              </a:defRPr>
            </a:lvl1pPr>
          </a:lstStyle>
          <a:p>
            <a:r>
              <a:rPr sz="1200">
                <a:latin typeface="Arial"/>
                <a:ea typeface="Arial"/>
                <a:cs typeface="Arial"/>
              </a:rPr>
              <a:t>„Ich muss jederzeit sehen, wie viel ich noch habe.“</a:t>
            </a:r>
          </a:p>
        </p:txBody>
      </p:sp>
      <p:sp>
        <p:nvSpPr>
          <p:cNvPr id="146" name="Szenario/Bio">
            <a:extLst>
              <a:ext uri="{FF2B5EF4-FFF2-40B4-BE49-F238E27FC236}">
                <a16:creationId xmlns:a16="http://schemas.microsoft.com/office/drawing/2014/main" id="{2EA78725-E414-45A0-B0B0-77706EA3C96E}"/>
              </a:ext>
            </a:extLst>
          </p:cNvPr>
          <p:cNvSpPr>
            <a:spLocks noGrp="1"/>
          </p:cNvSpPr>
          <p:nvPr/>
        </p:nvSpPr>
        <p:spPr>
          <a:xfrm>
            <a:off x="2715106" y="1356198"/>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2A108906-8453-449A-9AC4-F3A016E1F1C2}"/>
              </a:ext>
            </a:extLst>
          </p:cNvPr>
          <p:cNvSpPr>
            <a:spLocks noGrp="1"/>
          </p:cNvSpPr>
          <p:nvPr/>
        </p:nvSpPr>
        <p:spPr>
          <a:xfrm>
            <a:off x="2723544" y="1552787"/>
            <a:ext cx="3896179" cy="13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Tobias spielt im Zug auf dem Arbeitsweg und verliert im Eifer schnell den Überblick über sein Guthaben. Oft merkt er erst am Rundenende, wie viel weg ist.</a:t>
            </a:r>
            <a:endParaRPr sz="1200">
              <a:latin typeface="Arial"/>
              <a:ea typeface="Arial"/>
              <a:cs typeface="Arial"/>
            </a:endParaRPr>
          </a:p>
        </p:txBody>
      </p:sp>
      <p:pic>
        <p:nvPicPr>
          <p:cNvPr id="294" name="Grafik 160"/>
          <p:cNvPicPr>
            <a:picLocks noChangeAspect="1"/>
          </p:cNvPicPr>
          <p:nvPr/>
        </p:nvPicPr>
        <p:blipFill>
          <a:blip r:embed="rId14"/>
          <a:stretch>
            <a:fillRect/>
          </a:stretch>
        </p:blipFill>
        <p:spPr>
          <a:xfrm>
            <a:off x="199459" y="7886105"/>
            <a:ext cx="361188" cy="361188"/>
          </a:xfrm>
          <a:prstGeom prst="rect">
            <a:avLst/>
          </a:prstGeom>
        </p:spPr>
      </p:pic>
      <p:pic>
        <p:nvPicPr>
          <p:cNvPr id="295" name="Grafik 168"/>
          <p:cNvPicPr>
            <a:picLocks noChangeAspect="1"/>
          </p:cNvPicPr>
          <p:nvPr/>
        </p:nvPicPr>
        <p:blipFill>
          <a:blip r:embed="rId15"/>
          <a:stretch>
            <a:fillRect/>
          </a:stretch>
        </p:blipFill>
        <p:spPr>
          <a:xfrm>
            <a:off x="598262" y="7876712"/>
            <a:ext cx="361188" cy="361188"/>
          </a:xfrm>
          <a:prstGeom prst="rect">
            <a:avLst/>
          </a:prstGeom>
        </p:spPr>
      </p:pic>
      <p:sp>
        <p:nvSpPr>
          <p:cNvPr id="170" name="Digitale Fähigkeiten">
            <a:extLst>
              <a:ext uri="{FF2B5EF4-FFF2-40B4-BE49-F238E27FC236}">
                <a16:creationId xmlns:a16="http://schemas.microsoft.com/office/drawing/2014/main" id="{821DEF16-F116-4C22-BE2F-DF356BBE6A40}"/>
              </a:ext>
            </a:extLst>
          </p:cNvPr>
          <p:cNvSpPr>
            <a:spLocks noGrp="1"/>
          </p:cNvSpPr>
          <p:nvPr/>
        </p:nvSpPr>
        <p:spPr>
          <a:xfrm>
            <a:off x="100171" y="2325718"/>
            <a:ext cx="1172757"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Technologie</a:t>
            </a:r>
          </a:p>
        </p:txBody>
      </p:sp>
      <p:pic>
        <p:nvPicPr>
          <p:cNvPr id="297" name="Grafik 175"/>
          <p:cNvPicPr>
            <a:picLocks noChangeAspect="1"/>
          </p:cNvPicPr>
          <p:nvPr/>
        </p:nvPicPr>
        <p:blipFill>
          <a:blip r:embed="rId16"/>
          <a:stretch>
            <a:fillRect/>
          </a:stretch>
        </p:blipFill>
        <p:spPr>
          <a:xfrm>
            <a:off x="162886" y="2982875"/>
            <a:ext cx="361188" cy="361188"/>
          </a:xfrm>
          <a:prstGeom prst="rect">
            <a:avLst/>
          </a:prstGeom>
        </p:spPr>
      </p:pic>
      <p:pic>
        <p:nvPicPr>
          <p:cNvPr id="298" name="Grafik 176"/>
          <p:cNvPicPr>
            <a:picLocks noChangeAspect="1"/>
          </p:cNvPicPr>
          <p:nvPr/>
        </p:nvPicPr>
        <p:blipFill>
          <a:blip r:embed="rId17"/>
          <a:stretch>
            <a:fillRect/>
          </a:stretch>
        </p:blipFill>
        <p:spPr>
          <a:xfrm>
            <a:off x="682382" y="2972196"/>
            <a:ext cx="361188" cy="361188"/>
          </a:xfrm>
          <a:prstGeom prst="rect">
            <a:avLst/>
          </a:prstGeom>
        </p:spPr>
      </p:pic>
      <p:sp>
        <p:nvSpPr>
          <p:cNvPr id="178" name="Digitale Fähigkeiten">
            <a:extLst>
              <a:ext uri="{FF2B5EF4-FFF2-40B4-BE49-F238E27FC236}">
                <a16:creationId xmlns:a16="http://schemas.microsoft.com/office/drawing/2014/main" id="{82A58D85-42C8-48A9-A00B-31BE53B3F5C8}"/>
              </a:ext>
            </a:extLst>
          </p:cNvPr>
          <p:cNvSpPr>
            <a:spLocks noGrp="1"/>
          </p:cNvSpPr>
          <p:nvPr/>
        </p:nvSpPr>
        <p:spPr>
          <a:xfrm>
            <a:off x="136006" y="7552259"/>
            <a:ext cx="823944"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Browser</a:t>
            </a:r>
          </a:p>
        </p:txBody>
      </p:sp>
      <p:sp>
        <p:nvSpPr>
          <p:cNvPr id="179" name="Digitale Fähigkeiten">
            <a:extLst>
              <a:ext uri="{FF2B5EF4-FFF2-40B4-BE49-F238E27FC236}">
                <a16:creationId xmlns:a16="http://schemas.microsoft.com/office/drawing/2014/main" id="{656CB1C1-874D-46D5-BD82-E2CBE1600F4C}"/>
              </a:ext>
            </a:extLst>
          </p:cNvPr>
          <p:cNvSpPr>
            <a:spLocks noGrp="1"/>
          </p:cNvSpPr>
          <p:nvPr/>
        </p:nvSpPr>
        <p:spPr>
          <a:xfrm>
            <a:off x="128032" y="8343964"/>
            <a:ext cx="1263166"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Appsnutzung</a:t>
            </a:r>
          </a:p>
        </p:txBody>
      </p:sp>
      <p:sp>
        <p:nvSpPr>
          <p:cNvPr id="8" name="Szenario/Bio">
            <a:extLst>
              <a:ext uri="{FF2B5EF4-FFF2-40B4-BE49-F238E27FC236}">
                <a16:creationId xmlns:a16="http://schemas.microsoft.com/office/drawing/2014/main" id="{A18CC650-64E9-CE9D-B2CD-B8F23CF1DA62}"/>
              </a:ext>
            </a:extLst>
          </p:cNvPr>
          <p:cNvSpPr>
            <a:spLocks noGrp="1"/>
          </p:cNvSpPr>
          <p:nvPr/>
        </p:nvSpPr>
        <p:spPr>
          <a:xfrm>
            <a:off x="2702384" y="286040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347DC844-66C0-EE16-5FCD-082025B9AAED}"/>
              </a:ext>
            </a:extLst>
          </p:cNvPr>
          <p:cNvSpPr>
            <a:spLocks noGrp="1"/>
          </p:cNvSpPr>
          <p:nvPr/>
        </p:nvSpPr>
        <p:spPr>
          <a:xfrm>
            <a:off x="2723544" y="3071774"/>
            <a:ext cx="3896179" cy="9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100">
                <a:latin typeface="Arial"/>
                <a:ea typeface="Arial"/>
                <a:cs typeface="Arial"/>
              </a:rPr>
              <a:t>Er will den aktuellen Jeton-Stand nach jeder Änderung sofort und an jeder Stelle der Anwendung sehen, ohne selbst nachzurechnen.</a:t>
            </a:r>
            <a:endParaRPr sz="1200">
              <a:latin typeface="Arial"/>
              <a:ea typeface="Arial"/>
              <a:cs typeface="Arial"/>
            </a:endParaRPr>
          </a:p>
        </p:txBody>
      </p:sp>
      <p:sp>
        <p:nvSpPr>
          <p:cNvPr id="16" name="Szenario/Bio">
            <a:extLst>
              <a:ext uri="{FF2B5EF4-FFF2-40B4-BE49-F238E27FC236}">
                <a16:creationId xmlns:a16="http://schemas.microsoft.com/office/drawing/2014/main" id="{2C80E7B7-AAB0-10EE-3ACB-A3C87E2227E7}"/>
              </a:ext>
            </a:extLst>
          </p:cNvPr>
          <p:cNvSpPr>
            <a:spLocks noGrp="1"/>
          </p:cNvSpPr>
          <p:nvPr/>
        </p:nvSpPr>
        <p:spPr>
          <a:xfrm>
            <a:off x="2702383" y="547165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Anforderungen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D402C09C-E8A7-5E55-4333-E50D4A51CDE6}"/>
              </a:ext>
            </a:extLst>
          </p:cNvPr>
          <p:cNvSpPr>
            <a:spLocks noGrp="1"/>
          </p:cNvSpPr>
          <p:nvPr/>
        </p:nvSpPr>
        <p:spPr>
          <a:xfrm>
            <a:off x="2747075" y="5764040"/>
            <a:ext cx="3896179" cy="30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000" dirty="0">
                <a:latin typeface="Arial"/>
                <a:ea typeface="Arial"/>
                <a:cs typeface="Arial"/>
              </a:rPr>
              <a:t>US-00</a:t>
            </a:r>
            <a:r>
              <a:rPr lang="de-CH" sz="1000" dirty="0">
                <a:latin typeface="Arial"/>
                <a:ea typeface="Arial"/>
                <a:cs typeface="Arial"/>
              </a:rPr>
              <a:t>5</a:t>
            </a:r>
            <a:r>
              <a:rPr sz="1000" dirty="0">
                <a:latin typeface="Arial"/>
                <a:ea typeface="Arial"/>
                <a:cs typeface="Arial"/>
              </a:rPr>
              <a:t>: Als Spieler </a:t>
            </a:r>
            <a:r>
              <a:rPr sz="1000" dirty="0" err="1">
                <a:latin typeface="Arial"/>
                <a:ea typeface="Arial"/>
                <a:cs typeface="Arial"/>
              </a:rPr>
              <a:t>möchte</a:t>
            </a:r>
            <a:r>
              <a:rPr sz="1000" dirty="0">
                <a:latin typeface="Arial"/>
                <a:ea typeface="Arial"/>
                <a:cs typeface="Arial"/>
              </a:rPr>
              <a:t> ich </a:t>
            </a:r>
            <a:r>
              <a:rPr sz="1000" dirty="0" err="1">
                <a:latin typeface="Arial"/>
                <a:ea typeface="Arial"/>
                <a:cs typeface="Arial"/>
              </a:rPr>
              <a:t>meinen</a:t>
            </a:r>
            <a:r>
              <a:rPr sz="1000" dirty="0">
                <a:latin typeface="Arial"/>
                <a:ea typeface="Arial"/>
                <a:cs typeface="Arial"/>
              </a:rPr>
              <a:t> Jeton-</a:t>
            </a:r>
            <a:r>
              <a:rPr sz="1000" dirty="0" err="1">
                <a:latin typeface="Arial"/>
                <a:ea typeface="Arial"/>
                <a:cs typeface="Arial"/>
              </a:rPr>
              <a:t>Kontostand</a:t>
            </a:r>
            <a:r>
              <a:rPr sz="1000" dirty="0">
                <a:latin typeface="Arial"/>
                <a:ea typeface="Arial"/>
                <a:cs typeface="Arial"/>
              </a:rPr>
              <a:t> </a:t>
            </a:r>
            <a:r>
              <a:rPr sz="1000" dirty="0" err="1">
                <a:latin typeface="Arial"/>
                <a:ea typeface="Arial"/>
                <a:cs typeface="Arial"/>
              </a:rPr>
              <a:t>nach</a:t>
            </a:r>
            <a:r>
              <a:rPr sz="1000" dirty="0">
                <a:latin typeface="Arial"/>
                <a:ea typeface="Arial"/>
                <a:cs typeface="Arial"/>
              </a:rPr>
              <a:t> </a:t>
            </a:r>
            <a:r>
              <a:rPr sz="1000" dirty="0" err="1">
                <a:latin typeface="Arial"/>
                <a:ea typeface="Arial"/>
                <a:cs typeface="Arial"/>
              </a:rPr>
              <a:t>jeder</a:t>
            </a:r>
            <a:r>
              <a:rPr sz="1000" dirty="0">
                <a:latin typeface="Arial"/>
                <a:ea typeface="Arial"/>
                <a:cs typeface="Arial"/>
              </a:rPr>
              <a:t> </a:t>
            </a:r>
            <a:r>
              <a:rPr sz="1000" dirty="0" err="1">
                <a:latin typeface="Arial"/>
                <a:ea typeface="Arial"/>
                <a:cs typeface="Arial"/>
              </a:rPr>
              <a:t>Änderung</a:t>
            </a:r>
            <a:r>
              <a:rPr sz="1000" dirty="0">
                <a:latin typeface="Arial"/>
                <a:ea typeface="Arial"/>
                <a:cs typeface="Arial"/>
              </a:rPr>
              <a:t> </a:t>
            </a:r>
            <a:r>
              <a:rPr sz="1000" dirty="0" err="1">
                <a:latin typeface="Arial"/>
                <a:ea typeface="Arial"/>
                <a:cs typeface="Arial"/>
              </a:rPr>
              <a:t>sofort</a:t>
            </a:r>
            <a:r>
              <a:rPr sz="1000" dirty="0">
                <a:latin typeface="Arial"/>
                <a:ea typeface="Arial"/>
                <a:cs typeface="Arial"/>
              </a:rPr>
              <a:t> </a:t>
            </a:r>
            <a:r>
              <a:rPr sz="1000" dirty="0" err="1">
                <a:latin typeface="Arial"/>
                <a:ea typeface="Arial"/>
                <a:cs typeface="Arial"/>
              </a:rPr>
              <a:t>angezeigt</a:t>
            </a:r>
            <a:r>
              <a:rPr sz="1000" dirty="0">
                <a:latin typeface="Arial"/>
                <a:ea typeface="Arial"/>
                <a:cs typeface="Arial"/>
              </a:rPr>
              <a:t> </a:t>
            </a:r>
            <a:r>
              <a:rPr sz="1000" dirty="0" err="1">
                <a:latin typeface="Arial"/>
                <a:ea typeface="Arial"/>
                <a:cs typeface="Arial"/>
              </a:rPr>
              <a:t>bekommen</a:t>
            </a:r>
            <a:r>
              <a:rPr sz="1000" dirty="0">
                <a:latin typeface="Arial"/>
                <a:ea typeface="Arial"/>
                <a:cs typeface="Arial"/>
              </a:rPr>
              <a:t>, </a:t>
            </a:r>
            <a:r>
              <a:rPr sz="1000" dirty="0" err="1">
                <a:latin typeface="Arial"/>
                <a:ea typeface="Arial"/>
                <a:cs typeface="Arial"/>
              </a:rPr>
              <a:t>damit</a:t>
            </a:r>
            <a:r>
              <a:rPr sz="1000" dirty="0">
                <a:latin typeface="Arial"/>
                <a:ea typeface="Arial"/>
                <a:cs typeface="Arial"/>
              </a:rPr>
              <a:t> ich </a:t>
            </a:r>
            <a:r>
              <a:rPr sz="1000" dirty="0" err="1">
                <a:latin typeface="Arial"/>
                <a:ea typeface="Arial"/>
                <a:cs typeface="Arial"/>
              </a:rPr>
              <a:t>jederzeit</a:t>
            </a:r>
            <a:r>
              <a:rPr sz="1000" dirty="0">
                <a:latin typeface="Arial"/>
                <a:ea typeface="Arial"/>
                <a:cs typeface="Arial"/>
              </a:rPr>
              <a:t> </a:t>
            </a:r>
            <a:r>
              <a:rPr sz="1000" dirty="0" err="1">
                <a:latin typeface="Arial"/>
                <a:ea typeface="Arial"/>
                <a:cs typeface="Arial"/>
              </a:rPr>
              <a:t>sehe</a:t>
            </a:r>
            <a:r>
              <a:rPr sz="1000" dirty="0">
                <a:latin typeface="Arial"/>
                <a:ea typeface="Arial"/>
                <a:cs typeface="Arial"/>
              </a:rPr>
              <a:t>, </a:t>
            </a:r>
            <a:r>
              <a:rPr sz="1000" dirty="0" err="1">
                <a:latin typeface="Arial"/>
                <a:ea typeface="Arial"/>
                <a:cs typeface="Arial"/>
              </a:rPr>
              <a:t>wie</a:t>
            </a:r>
            <a:r>
              <a:rPr sz="1000" dirty="0">
                <a:latin typeface="Arial"/>
                <a:ea typeface="Arial"/>
                <a:cs typeface="Arial"/>
              </a:rPr>
              <a:t> es um </a:t>
            </a:r>
            <a:r>
              <a:rPr sz="1000" dirty="0" err="1">
                <a:latin typeface="Arial"/>
                <a:ea typeface="Arial"/>
                <a:cs typeface="Arial"/>
              </a:rPr>
              <a:t>mich</a:t>
            </a:r>
            <a:r>
              <a:rPr sz="1000" dirty="0">
                <a:latin typeface="Arial"/>
                <a:ea typeface="Arial"/>
                <a:cs typeface="Arial"/>
              </a:rPr>
              <a:t> </a:t>
            </a:r>
            <a:r>
              <a:rPr sz="1000" dirty="0" err="1">
                <a:latin typeface="Arial"/>
                <a:ea typeface="Arial"/>
                <a:cs typeface="Arial"/>
              </a:rPr>
              <a:t>steht</a:t>
            </a:r>
            <a:r>
              <a:rPr sz="1000" dirty="0">
                <a:latin typeface="Arial"/>
                <a:ea typeface="Arial"/>
                <a:cs typeface="Arial"/>
              </a:rPr>
              <a:t>.
</a:t>
            </a:r>
            <a:r>
              <a:rPr sz="1000" dirty="0" err="1">
                <a:latin typeface="Arial"/>
                <a:ea typeface="Arial"/>
                <a:cs typeface="Arial"/>
              </a:rPr>
              <a:t>Akzeptanz</a:t>
            </a:r>
            <a:r>
              <a:rPr sz="1000" dirty="0">
                <a:latin typeface="Arial"/>
                <a:ea typeface="Arial"/>
                <a:cs typeface="Arial"/>
              </a:rPr>
              <a:t>: </a:t>
            </a:r>
            <a:r>
              <a:rPr sz="1000" dirty="0" err="1">
                <a:latin typeface="Arial"/>
                <a:ea typeface="Arial"/>
                <a:cs typeface="Arial"/>
              </a:rPr>
              <a:t>Anzeige</a:t>
            </a:r>
            <a:r>
              <a:rPr sz="1000" dirty="0">
                <a:latin typeface="Arial"/>
                <a:ea typeface="Arial"/>
                <a:cs typeface="Arial"/>
              </a:rPr>
              <a:t> </a:t>
            </a:r>
            <a:r>
              <a:rPr sz="1000" dirty="0" err="1">
                <a:latin typeface="Arial"/>
                <a:ea typeface="Arial"/>
                <a:cs typeface="Arial"/>
              </a:rPr>
              <a:t>stimmt</a:t>
            </a:r>
            <a:r>
              <a:rPr sz="1000" dirty="0">
                <a:latin typeface="Arial"/>
                <a:ea typeface="Arial"/>
                <a:cs typeface="Arial"/>
              </a:rPr>
              <a:t> </a:t>
            </a:r>
            <a:r>
              <a:rPr sz="1000" dirty="0" err="1">
                <a:latin typeface="Arial"/>
                <a:ea typeface="Arial"/>
                <a:cs typeface="Arial"/>
              </a:rPr>
              <a:t>nach</a:t>
            </a:r>
            <a:r>
              <a:rPr sz="1000" dirty="0">
                <a:latin typeface="Arial"/>
                <a:ea typeface="Arial"/>
                <a:cs typeface="Arial"/>
              </a:rPr>
              <a:t> </a:t>
            </a:r>
            <a:r>
              <a:rPr sz="1000" dirty="0" err="1">
                <a:latin typeface="Arial"/>
                <a:ea typeface="Arial"/>
                <a:cs typeface="Arial"/>
              </a:rPr>
              <a:t>jedem</a:t>
            </a:r>
            <a:r>
              <a:rPr sz="1000" dirty="0">
                <a:latin typeface="Arial"/>
                <a:ea typeface="Arial"/>
                <a:cs typeface="Arial"/>
              </a:rPr>
              <a:t> </a:t>
            </a:r>
            <a:r>
              <a:rPr sz="1000" dirty="0" err="1">
                <a:latin typeface="Arial"/>
                <a:ea typeface="Arial"/>
                <a:cs typeface="Arial"/>
              </a:rPr>
              <a:t>Gewinn</a:t>
            </a:r>
            <a:r>
              <a:rPr sz="1000" dirty="0">
                <a:latin typeface="Arial"/>
                <a:ea typeface="Arial"/>
                <a:cs typeface="Arial"/>
              </a:rPr>
              <a:t> und </a:t>
            </a:r>
            <a:r>
              <a:rPr sz="1000" dirty="0" err="1">
                <a:latin typeface="Arial"/>
                <a:ea typeface="Arial"/>
                <a:cs typeface="Arial"/>
              </a:rPr>
              <a:t>Verlust</a:t>
            </a:r>
            <a:r>
              <a:rPr sz="1000" dirty="0">
                <a:latin typeface="Arial"/>
                <a:ea typeface="Arial"/>
                <a:cs typeface="Arial"/>
              </a:rPr>
              <a:t>; </a:t>
            </a:r>
            <a:r>
              <a:rPr sz="1000" dirty="0" err="1">
                <a:latin typeface="Arial"/>
                <a:ea typeface="Arial"/>
                <a:cs typeface="Arial"/>
              </a:rPr>
              <a:t>kein</a:t>
            </a:r>
            <a:r>
              <a:rPr sz="1000" dirty="0">
                <a:latin typeface="Arial"/>
                <a:ea typeface="Arial"/>
                <a:cs typeface="Arial"/>
              </a:rPr>
              <a:t> </a:t>
            </a:r>
            <a:r>
              <a:rPr sz="1000" dirty="0" err="1">
                <a:latin typeface="Arial"/>
                <a:ea typeface="Arial"/>
                <a:cs typeface="Arial"/>
              </a:rPr>
              <a:t>aktives</a:t>
            </a:r>
            <a:r>
              <a:rPr sz="1000" dirty="0">
                <a:latin typeface="Arial"/>
                <a:ea typeface="Arial"/>
                <a:cs typeface="Arial"/>
              </a:rPr>
              <a:t> </a:t>
            </a:r>
            <a:r>
              <a:rPr sz="1000" dirty="0" err="1">
                <a:latin typeface="Arial"/>
                <a:ea typeface="Arial"/>
                <a:cs typeface="Arial"/>
              </a:rPr>
              <a:t>Abfragen</a:t>
            </a:r>
            <a:r>
              <a:rPr sz="1000" dirty="0">
                <a:latin typeface="Arial"/>
                <a:ea typeface="Arial"/>
                <a:cs typeface="Arial"/>
              </a:rPr>
              <a:t> des Kontos; </a:t>
            </a:r>
            <a:r>
              <a:rPr sz="1000" dirty="0" err="1">
                <a:latin typeface="Arial"/>
                <a:ea typeface="Arial"/>
                <a:cs typeface="Arial"/>
              </a:rPr>
              <a:t>weitere</a:t>
            </a:r>
            <a:r>
              <a:rPr sz="1000" dirty="0">
                <a:latin typeface="Arial"/>
                <a:ea typeface="Arial"/>
                <a:cs typeface="Arial"/>
              </a:rPr>
              <a:t> Beobachter </a:t>
            </a:r>
            <a:r>
              <a:rPr sz="1000" dirty="0" err="1">
                <a:latin typeface="Arial"/>
                <a:ea typeface="Arial"/>
                <a:cs typeface="Arial"/>
              </a:rPr>
              <a:t>sind</a:t>
            </a:r>
            <a:r>
              <a:rPr sz="1000" dirty="0">
                <a:latin typeface="Arial"/>
                <a:ea typeface="Arial"/>
                <a:cs typeface="Arial"/>
              </a:rPr>
              <a:t> </a:t>
            </a:r>
            <a:r>
              <a:rPr sz="1000" dirty="0" err="1">
                <a:latin typeface="Arial"/>
                <a:ea typeface="Arial"/>
                <a:cs typeface="Arial"/>
              </a:rPr>
              <a:t>ohne</a:t>
            </a:r>
            <a:r>
              <a:rPr sz="1000" dirty="0">
                <a:latin typeface="Arial"/>
                <a:ea typeface="Arial"/>
                <a:cs typeface="Arial"/>
              </a:rPr>
              <a:t> </a:t>
            </a:r>
            <a:r>
              <a:rPr sz="1000" dirty="0" err="1">
                <a:latin typeface="Arial"/>
                <a:ea typeface="Arial"/>
                <a:cs typeface="Arial"/>
              </a:rPr>
              <a:t>Änderung</a:t>
            </a:r>
            <a:r>
              <a:rPr sz="1000" dirty="0">
                <a:latin typeface="Arial"/>
                <a:ea typeface="Arial"/>
                <a:cs typeface="Arial"/>
              </a:rPr>
              <a:t> am </a:t>
            </a:r>
            <a:r>
              <a:rPr sz="1000" dirty="0" err="1">
                <a:latin typeface="Arial"/>
                <a:ea typeface="Arial"/>
                <a:cs typeface="Arial"/>
              </a:rPr>
              <a:t>Konto</a:t>
            </a:r>
            <a:r>
              <a:rPr sz="1000" dirty="0">
                <a:latin typeface="Arial"/>
                <a:ea typeface="Arial"/>
                <a:cs typeface="Arial"/>
              </a:rPr>
              <a:t> </a:t>
            </a:r>
            <a:r>
              <a:rPr sz="1000" dirty="0" err="1">
                <a:latin typeface="Arial"/>
                <a:ea typeface="Arial"/>
                <a:cs typeface="Arial"/>
              </a:rPr>
              <a:t>anhängbar</a:t>
            </a:r>
            <a:r>
              <a:rPr sz="1000" dirty="0">
                <a:latin typeface="Arial"/>
                <a:ea typeface="Arial"/>
                <a:cs typeface="Arial"/>
              </a:rPr>
              <a:t>.</a:t>
            </a:r>
            <a:endParaRPr sz="1200" dirty="0">
              <a:latin typeface="Arial"/>
              <a:ea typeface="Arial"/>
              <a:cs typeface="Arial"/>
            </a:endParaRPr>
          </a:p>
        </p:txBody>
      </p:sp>
      <p:pic>
        <p:nvPicPr>
          <p:cNvPr id="3" name="Grafik 2">
            <a:extLst>
              <a:ext uri="{FF2B5EF4-FFF2-40B4-BE49-F238E27FC236}">
                <a16:creationId xmlns:a16="http://schemas.microsoft.com/office/drawing/2014/main" id="{A63DB4D4-F918-0ED9-4760-2EEFD4B34AE5}"/>
              </a:ext>
            </a:extLst>
          </p:cNvPr>
          <p:cNvPicPr>
            <a:picLocks noChangeAspect="1"/>
          </p:cNvPicPr>
          <p:nvPr/>
        </p:nvPicPr>
        <p:blipFill>
          <a:blip r:embed="rId18"/>
          <a:stretch>
            <a:fillRect/>
          </a:stretch>
        </p:blipFill>
        <p:spPr>
          <a:xfrm>
            <a:off x="554124" y="22788"/>
            <a:ext cx="1367574" cy="1472086"/>
          </a:xfrm>
          <a:prstGeom prst="rect">
            <a:avLst/>
          </a:prstGeom>
        </p:spPr>
      </p:pic>
    </p:spTree>
    <p:extLst>
      <p:ext uri="{BB962C8B-B14F-4D97-AF65-F5344CB8AC3E}">
        <p14:creationId xmlns:p14="http://schemas.microsoft.com/office/powerpoint/2010/main" val="4018722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a:extLst>
              <a:ext uri="{FF2B5EF4-FFF2-40B4-BE49-F238E27FC236}">
                <a16:creationId xmlns:a16="http://schemas.microsoft.com/office/drawing/2014/main" id="{21AA5DBD-B2C7-405C-8A3E-D9133923CDA8}"/>
              </a:ext>
            </a:extLst>
          </p:cNvPr>
          <p:cNvSpPr>
            <a:spLocks noGrp="1"/>
          </p:cNvSpPr>
          <p:nvPr/>
        </p:nvSpPr>
        <p:spPr>
          <a:xfrm>
            <a:off x="-35771" y="7451"/>
            <a:ext cx="2424688" cy="9906000"/>
          </a:xfrm>
          <a:prstGeom prst="rect">
            <a:avLst/>
          </a:prstGeom>
          <a:solidFill>
            <a:srgbClr val="3399FF"/>
          </a:solidFill>
          <a:ln w="3175"/>
        </p:spPr>
        <p:txBody>
          <a:bodyPr lIns="38100" tIns="38100" rIns="38100" bIns="38100" anchor="ctr"/>
          <a:lstStyle/>
          <a:p>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a:ext uri="{FF2B5EF4-FFF2-40B4-BE49-F238E27FC236}">
                <a16:creationId xmlns:a16="http://schemas.microsoft.com/office/drawing/2014/main" id="{6BD9946B-7A65-4B0F-A0FB-E8CC35677CB9}"/>
              </a:ext>
            </a:extLst>
          </p:cNvPr>
          <p:cNvSpPr>
            <a:spLocks noGrp="1"/>
          </p:cNvSpPr>
          <p:nvPr/>
        </p:nvSpPr>
        <p:spPr>
          <a:xfrm>
            <a:off x="565455" y="70231"/>
            <a:ext cx="1340086" cy="1340086"/>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9" name="Grafik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266" y="485943"/>
            <a:ext cx="701888" cy="701888"/>
          </a:xfrm>
          <a:prstGeom prst="rect">
            <a:avLst/>
          </a:prstGeom>
        </p:spPr>
      </p:pic>
      <p:pic>
        <p:nvPicPr>
          <p:cNvPr id="200" name="Grafik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464" y="485944"/>
            <a:ext cx="701888" cy="701888"/>
          </a:xfrm>
          <a:prstGeom prst="rect">
            <a:avLst/>
          </a:prstGeom>
        </p:spPr>
      </p:pic>
      <p:pic>
        <p:nvPicPr>
          <p:cNvPr id="201" name="Grafik 14"/>
          <p:cNvPicPr>
            <a:picLocks noChangeAspect="1"/>
          </p:cNvPicPr>
          <p:nvPr/>
        </p:nvPicPr>
        <p:blipFill>
          <a:blip r:embed="rId4"/>
          <a:stretch>
            <a:fillRect/>
          </a:stretch>
        </p:blipFill>
        <p:spPr>
          <a:xfrm>
            <a:off x="696445" y="2643818"/>
            <a:ext cx="336384" cy="336384"/>
          </a:xfrm>
          <a:prstGeom prst="rect">
            <a:avLst/>
          </a:prstGeom>
        </p:spPr>
      </p:pic>
      <p:pic>
        <p:nvPicPr>
          <p:cNvPr id="202" name="Grafik 16"/>
          <p:cNvPicPr>
            <a:picLocks noChangeAspect="1"/>
          </p:cNvPicPr>
          <p:nvPr/>
        </p:nvPicPr>
        <p:blipFill>
          <a:blip r:embed="rId5"/>
          <a:stretch>
            <a:fillRect/>
          </a:stretch>
        </p:blipFill>
        <p:spPr>
          <a:xfrm>
            <a:off x="214066" y="8627364"/>
            <a:ext cx="265742" cy="265742"/>
          </a:xfrm>
          <a:prstGeom prst="rect">
            <a:avLst/>
          </a:prstGeom>
        </p:spPr>
      </p:pic>
      <p:pic>
        <p:nvPicPr>
          <p:cNvPr id="203" name="Grafik 18"/>
          <p:cNvPicPr>
            <a:picLocks noChangeAspect="1"/>
          </p:cNvPicPr>
          <p:nvPr/>
        </p:nvPicPr>
        <p:blipFill>
          <a:blip r:embed="rId6"/>
          <a:stretch>
            <a:fillRect/>
          </a:stretch>
        </p:blipFill>
        <p:spPr>
          <a:xfrm>
            <a:off x="587532" y="8627364"/>
            <a:ext cx="265742" cy="265742"/>
          </a:xfrm>
          <a:prstGeom prst="rect">
            <a:avLst/>
          </a:prstGeom>
        </p:spPr>
      </p:pic>
      <p:pic>
        <p:nvPicPr>
          <p:cNvPr id="204" name="Grafik 20"/>
          <p:cNvPicPr>
            <a:picLocks noChangeAspect="1"/>
          </p:cNvPicPr>
          <p:nvPr/>
        </p:nvPicPr>
        <p:blipFill>
          <a:blip r:embed="rId7"/>
          <a:stretch>
            <a:fillRect/>
          </a:stretch>
        </p:blipFill>
        <p:spPr>
          <a:xfrm>
            <a:off x="989085" y="8607554"/>
            <a:ext cx="265742" cy="265742"/>
          </a:xfrm>
          <a:prstGeom prst="rect">
            <a:avLst/>
          </a:prstGeom>
        </p:spPr>
      </p:pic>
      <p:pic>
        <p:nvPicPr>
          <p:cNvPr id="205" name="Grafik 22"/>
          <p:cNvPicPr>
            <a:picLocks noChangeAspect="1"/>
          </p:cNvPicPr>
          <p:nvPr/>
        </p:nvPicPr>
        <p:blipFill>
          <a:blip r:embed="rId8"/>
          <a:stretch>
            <a:fillRect/>
          </a:stretch>
        </p:blipFill>
        <p:spPr>
          <a:xfrm>
            <a:off x="192676" y="9197885"/>
            <a:ext cx="265742" cy="265742"/>
          </a:xfrm>
          <a:prstGeom prst="rect">
            <a:avLst/>
          </a:prstGeom>
        </p:spPr>
      </p:pic>
      <p:pic>
        <p:nvPicPr>
          <p:cNvPr id="206" name="Grafik 24"/>
          <p:cNvPicPr>
            <a:picLocks noChangeAspect="1"/>
          </p:cNvPicPr>
          <p:nvPr/>
        </p:nvPicPr>
        <p:blipFill>
          <a:blip r:embed="rId9"/>
          <a:stretch>
            <a:fillRect/>
          </a:stretch>
        </p:blipFill>
        <p:spPr>
          <a:xfrm>
            <a:off x="557675" y="9209255"/>
            <a:ext cx="265742" cy="265742"/>
          </a:xfrm>
          <a:prstGeom prst="rect">
            <a:avLst/>
          </a:prstGeom>
        </p:spPr>
      </p:pic>
      <p:pic>
        <p:nvPicPr>
          <p:cNvPr id="207" name="Grafik 26"/>
          <p:cNvPicPr>
            <a:picLocks noChangeAspect="1"/>
          </p:cNvPicPr>
          <p:nvPr/>
        </p:nvPicPr>
        <p:blipFill>
          <a:blip r:embed="rId10"/>
          <a:stretch>
            <a:fillRect/>
          </a:stretch>
        </p:blipFill>
        <p:spPr>
          <a:xfrm>
            <a:off x="157117" y="2643818"/>
            <a:ext cx="336384" cy="336384"/>
          </a:xfrm>
          <a:prstGeom prst="rect">
            <a:avLst/>
          </a:prstGeom>
        </p:spPr>
      </p:pic>
      <p:sp>
        <p:nvSpPr>
          <p:cNvPr id="28" name="Rechteck">
            <a:extLst>
              <a:ext uri="{FF2B5EF4-FFF2-40B4-BE49-F238E27FC236}">
                <a16:creationId xmlns:a16="http://schemas.microsoft.com/office/drawing/2014/main" id="{4750C0A6-490D-4A49-8A18-E73489E56FE9}"/>
              </a:ext>
            </a:extLst>
          </p:cNvPr>
          <p:cNvSpPr>
            <a:spLocks noGrp="1"/>
          </p:cNvSpPr>
          <p:nvPr/>
        </p:nvSpPr>
        <p:spPr>
          <a:xfrm>
            <a:off x="2418199" y="0"/>
            <a:ext cx="147600" cy="9663113"/>
          </a:xfrm>
          <a:prstGeom prst="rect">
            <a:avLst/>
          </a:prstGeom>
          <a:solidFill>
            <a:srgbClr val="92E2FF"/>
          </a:solidFill>
          <a:ln w="3175"/>
        </p:spPr>
        <p:txBody>
          <a:bodyPr lIns="38100" tIns="38100" rIns="38100" bIns="38100" anchor="ctr"/>
          <a:lstStyle/>
          <a:p>
            <a:endParaRPr sz="2800">
              <a:solidFill>
                <a:srgbClr val="FFFFFF"/>
              </a:solidFill>
            </a:endParaRPr>
          </a:p>
        </p:txBody>
      </p:sp>
      <p:sp>
        <p:nvSpPr>
          <p:cNvPr id="30" name="Rechtwinkliges Dreieck 29">
            <a:extLst>
              <a:ext uri="{FF2B5EF4-FFF2-40B4-BE49-F238E27FC236}">
                <a16:creationId xmlns:a16="http://schemas.microsoft.com/office/drawing/2014/main" id="{F58D6FA0-8034-4CC5-8929-30729B0E12D2}"/>
              </a:ext>
            </a:extLst>
          </p:cNvPr>
          <p:cNvSpPr>
            <a:spLocks noGrp="1"/>
          </p:cNvSpPr>
          <p:nvPr/>
        </p:nvSpPr>
        <p:spPr>
          <a:xfrm rot="5400000">
            <a:off x="2372044" y="9709270"/>
            <a:ext cx="239910" cy="147600"/>
          </a:xfrm>
          <a:prstGeom prst="rtTriangle">
            <a:avLst/>
          </a:prstGeom>
          <a:solidFill>
            <a:srgbClr val="92E2FF"/>
          </a:solidFill>
          <a:ln w="3175"/>
        </p:spPr>
        <p:txBody>
          <a:bodyPr lIns="38100" tIns="38100" rIns="38100" bIns="38100" anchor="ctr"/>
          <a:lstStyle/>
          <a:p>
            <a:endParaRPr sz="2800">
              <a:solidFill>
                <a:srgbClr val="FFFFFF"/>
              </a:solidFill>
            </a:endParaRPr>
          </a:p>
        </p:txBody>
      </p:sp>
      <p:pic>
        <p:nvPicPr>
          <p:cNvPr id="210" name="Grafik 38"/>
          <p:cNvPicPr>
            <a:picLocks noChangeAspect="1"/>
          </p:cNvPicPr>
          <p:nvPr/>
        </p:nvPicPr>
        <p:blipFill>
          <a:blip r:embed="rId11"/>
          <a:stretch>
            <a:fillRect/>
          </a:stretch>
        </p:blipFill>
        <p:spPr>
          <a:xfrm>
            <a:off x="1426017" y="8616954"/>
            <a:ext cx="265742" cy="265742"/>
          </a:xfrm>
          <a:prstGeom prst="rect">
            <a:avLst/>
          </a:prstGeom>
        </p:spPr>
      </p:pic>
      <p:pic>
        <p:nvPicPr>
          <p:cNvPr id="211" name="Grafik 40"/>
          <p:cNvPicPr>
            <a:picLocks noChangeAspect="1"/>
          </p:cNvPicPr>
          <p:nvPr/>
        </p:nvPicPr>
        <p:blipFill>
          <a:blip r:embed="rId12"/>
          <a:stretch>
            <a:fillRect/>
          </a:stretch>
        </p:blipFill>
        <p:spPr>
          <a:xfrm>
            <a:off x="961029" y="9197885"/>
            <a:ext cx="265742" cy="265742"/>
          </a:xfrm>
          <a:prstGeom prst="rect">
            <a:avLst/>
          </a:prstGeom>
        </p:spPr>
      </p:pic>
      <p:sp>
        <p:nvSpPr>
          <p:cNvPr id="46" name="40%">
            <a:extLst>
              <a:ext uri="{FF2B5EF4-FFF2-40B4-BE49-F238E27FC236}">
                <a16:creationId xmlns:a16="http://schemas.microsoft.com/office/drawing/2014/main" id="{B105F850-775B-4953-9FDA-6173836F405B}"/>
              </a:ext>
            </a:extLst>
          </p:cNvPr>
          <p:cNvSpPr>
            <a:spLocks noGrp="1"/>
          </p:cNvSpPr>
          <p:nvPr/>
        </p:nvSpPr>
        <p:spPr>
          <a:xfrm>
            <a:off x="141795"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47" name="5%">
            <a:extLst>
              <a:ext uri="{FF2B5EF4-FFF2-40B4-BE49-F238E27FC236}">
                <a16:creationId xmlns:a16="http://schemas.microsoft.com/office/drawing/2014/main" id="{B761FD74-41CC-4517-8360-224480B54095}"/>
              </a:ext>
            </a:extLst>
          </p:cNvPr>
          <p:cNvSpPr>
            <a:spLocks noGrp="1"/>
          </p:cNvSpPr>
          <p:nvPr/>
        </p:nvSpPr>
        <p:spPr>
          <a:xfrm>
            <a:off x="1032574" y="8946358"/>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48" name="15%">
            <a:extLst>
              <a:ext uri="{FF2B5EF4-FFF2-40B4-BE49-F238E27FC236}">
                <a16:creationId xmlns:a16="http://schemas.microsoft.com/office/drawing/2014/main" id="{B3AFBE9D-3B87-4EEE-A4DC-243DAB4A00FF}"/>
              </a:ext>
            </a:extLst>
          </p:cNvPr>
          <p:cNvSpPr>
            <a:spLocks noGrp="1"/>
          </p:cNvSpPr>
          <p:nvPr/>
        </p:nvSpPr>
        <p:spPr>
          <a:xfrm>
            <a:off x="570182" y="8946358"/>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30%</a:t>
            </a:r>
          </a:p>
        </p:txBody>
      </p:sp>
      <p:sp>
        <p:nvSpPr>
          <p:cNvPr id="49" name="40%">
            <a:extLst>
              <a:ext uri="{FF2B5EF4-FFF2-40B4-BE49-F238E27FC236}">
                <a16:creationId xmlns:a16="http://schemas.microsoft.com/office/drawing/2014/main" id="{141A722F-4165-4835-A979-F38C4B4AB514}"/>
              </a:ext>
            </a:extLst>
          </p:cNvPr>
          <p:cNvSpPr>
            <a:spLocks noGrp="1"/>
          </p:cNvSpPr>
          <p:nvPr/>
        </p:nvSpPr>
        <p:spPr>
          <a:xfrm>
            <a:off x="529148"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50" name="0%">
            <a:extLst>
              <a:ext uri="{FF2B5EF4-FFF2-40B4-BE49-F238E27FC236}">
                <a16:creationId xmlns:a16="http://schemas.microsoft.com/office/drawing/2014/main" id="{93267ABD-3B59-438D-939B-BF4207DA111D}"/>
              </a:ext>
            </a:extLst>
          </p:cNvPr>
          <p:cNvSpPr>
            <a:spLocks noGrp="1"/>
          </p:cNvSpPr>
          <p:nvPr/>
        </p:nvSpPr>
        <p:spPr>
          <a:xfrm>
            <a:off x="935999" y="9511349"/>
            <a:ext cx="37164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40%</a:t>
            </a:r>
          </a:p>
        </p:txBody>
      </p:sp>
      <p:pic>
        <p:nvPicPr>
          <p:cNvPr id="217" name="Grafik 51"/>
          <p:cNvPicPr>
            <a:picLocks noChangeAspect="1"/>
          </p:cNvPicPr>
          <p:nvPr/>
        </p:nvPicPr>
        <p:blipFill>
          <a:blip r:embed="rId13"/>
          <a:stretch>
            <a:fillRect/>
          </a:stretch>
        </p:blipFill>
        <p:spPr>
          <a:xfrm>
            <a:off x="1888922" y="8656394"/>
            <a:ext cx="265743" cy="265743"/>
          </a:xfrm>
          <a:prstGeom prst="rect">
            <a:avLst/>
          </a:prstGeom>
        </p:spPr>
      </p:pic>
      <p:sp>
        <p:nvSpPr>
          <p:cNvPr id="53" name="40%">
            <a:extLst>
              <a:ext uri="{FF2B5EF4-FFF2-40B4-BE49-F238E27FC236}">
                <a16:creationId xmlns:a16="http://schemas.microsoft.com/office/drawing/2014/main" id="{93F35EC7-36D9-4745-9986-C4FE7847053C}"/>
              </a:ext>
            </a:extLst>
          </p:cNvPr>
          <p:cNvSpPr>
            <a:spLocks noGrp="1"/>
          </p:cNvSpPr>
          <p:nvPr/>
        </p:nvSpPr>
        <p:spPr>
          <a:xfrm>
            <a:off x="120429" y="9513745"/>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10%</a:t>
            </a:r>
          </a:p>
        </p:txBody>
      </p:sp>
      <p:sp>
        <p:nvSpPr>
          <p:cNvPr id="54" name="5%">
            <a:extLst>
              <a:ext uri="{FF2B5EF4-FFF2-40B4-BE49-F238E27FC236}">
                <a16:creationId xmlns:a16="http://schemas.microsoft.com/office/drawing/2014/main" id="{42115540-9E2E-4549-A8B0-48B52CFC47CF}"/>
              </a:ext>
            </a:extLst>
          </p:cNvPr>
          <p:cNvSpPr>
            <a:spLocks noGrp="1"/>
          </p:cNvSpPr>
          <p:nvPr/>
        </p:nvSpPr>
        <p:spPr>
          <a:xfrm>
            <a:off x="1445958" y="8946359"/>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6" name="5%">
            <a:extLst>
              <a:ext uri="{FF2B5EF4-FFF2-40B4-BE49-F238E27FC236}">
                <a16:creationId xmlns:a16="http://schemas.microsoft.com/office/drawing/2014/main" id="{D9049078-B517-4566-B31B-5005796A8C8F}"/>
              </a:ext>
            </a:extLst>
          </p:cNvPr>
          <p:cNvSpPr>
            <a:spLocks noGrp="1"/>
          </p:cNvSpPr>
          <p:nvPr/>
        </p:nvSpPr>
        <p:spPr>
          <a:xfrm>
            <a:off x="1830089" y="8952984"/>
            <a:ext cx="485219"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0%</a:t>
            </a:r>
          </a:p>
        </p:txBody>
      </p:sp>
      <p:sp>
        <p:nvSpPr>
          <p:cNvPr id="57" name="Persönlichkeit">
            <a:extLst>
              <a:ext uri="{FF2B5EF4-FFF2-40B4-BE49-F238E27FC236}">
                <a16:creationId xmlns:a16="http://schemas.microsoft.com/office/drawing/2014/main" id="{28B2D65B-7C0A-4540-9BB1-3A2BA1C3B320}"/>
              </a:ext>
            </a:extLst>
          </p:cNvPr>
          <p:cNvSpPr>
            <a:spLocks noGrp="1"/>
          </p:cNvSpPr>
          <p:nvPr/>
        </p:nvSpPr>
        <p:spPr>
          <a:xfrm>
            <a:off x="134284" y="4389010"/>
            <a:ext cx="1357206"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Internet</a:t>
            </a:r>
          </a:p>
        </p:txBody>
      </p:sp>
      <p:sp>
        <p:nvSpPr>
          <p:cNvPr id="58" name="Extrovertiert">
            <a:extLst>
              <a:ext uri="{FF2B5EF4-FFF2-40B4-BE49-F238E27FC236}">
                <a16:creationId xmlns:a16="http://schemas.microsoft.com/office/drawing/2014/main" id="{A8560577-5D82-4078-A956-BA30B12556FD}"/>
              </a:ext>
            </a:extLst>
          </p:cNvPr>
          <p:cNvSpPr>
            <a:spLocks noGrp="1"/>
          </p:cNvSpPr>
          <p:nvPr/>
        </p:nvSpPr>
        <p:spPr>
          <a:xfrm>
            <a:off x="82760" y="5533534"/>
            <a:ext cx="889922"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Extrovertiert</a:t>
            </a:r>
          </a:p>
        </p:txBody>
      </p:sp>
      <p:sp>
        <p:nvSpPr>
          <p:cNvPr id="59" name="Introvertiert">
            <a:extLst>
              <a:ext uri="{FF2B5EF4-FFF2-40B4-BE49-F238E27FC236}">
                <a16:creationId xmlns:a16="http://schemas.microsoft.com/office/drawing/2014/main" id="{124657A9-77EC-40D8-B30E-DCE00AD3FC02}"/>
              </a:ext>
            </a:extLst>
          </p:cNvPr>
          <p:cNvSpPr>
            <a:spLocks noGrp="1"/>
          </p:cNvSpPr>
          <p:nvPr/>
        </p:nvSpPr>
        <p:spPr>
          <a:xfrm>
            <a:off x="1388058" y="5537642"/>
            <a:ext cx="852703"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Introvertiert</a:t>
            </a:r>
          </a:p>
        </p:txBody>
      </p:sp>
      <p:sp>
        <p:nvSpPr>
          <p:cNvPr id="60" name="Planer">
            <a:extLst>
              <a:ext uri="{FF2B5EF4-FFF2-40B4-BE49-F238E27FC236}">
                <a16:creationId xmlns:a16="http://schemas.microsoft.com/office/drawing/2014/main" id="{D0FE18F3-FED4-4291-A264-345476A3EB02}"/>
              </a:ext>
            </a:extLst>
          </p:cNvPr>
          <p:cNvSpPr>
            <a:spLocks noGrp="1"/>
          </p:cNvSpPr>
          <p:nvPr/>
        </p:nvSpPr>
        <p:spPr>
          <a:xfrm>
            <a:off x="77024" y="5893187"/>
            <a:ext cx="1022692" cy="230832"/>
          </a:xfrm>
          <a:prstGeom prst="rect">
            <a:avLst/>
          </a:prstGeom>
          <a:ln w="3175"/>
        </p:spPr>
        <p:txBody>
          <a:bodyPr wrap="square" lIns="38100" tIns="38100" rIns="38100" bIns="38100" anchor="ctr">
            <a:spAutoFit/>
          </a:bodyPr>
          <a:lstStyle>
            <a:lvl1pPr>
              <a:buNone/>
              <a:defRPr sz="1000" b="0" spc="70">
                <a:solidFill>
                  <a:srgbClr val="FFFFFF"/>
                </a:solidFill>
                <a:latin typeface="Arial"/>
                <a:ea typeface="Arial"/>
                <a:cs typeface="Arial"/>
              </a:defRPr>
            </a:lvl1pPr>
          </a:lstStyle>
          <a:p>
            <a:r>
              <a:t>Planer</a:t>
            </a:r>
          </a:p>
        </p:txBody>
      </p:sp>
      <p:sp>
        <p:nvSpPr>
          <p:cNvPr id="61" name="Spontan">
            <a:extLst>
              <a:ext uri="{FF2B5EF4-FFF2-40B4-BE49-F238E27FC236}">
                <a16:creationId xmlns:a16="http://schemas.microsoft.com/office/drawing/2014/main" id="{88C99627-9916-45EB-B20F-0BCF83C38230}"/>
              </a:ext>
            </a:extLst>
          </p:cNvPr>
          <p:cNvSpPr>
            <a:spLocks noGrp="1"/>
          </p:cNvSpPr>
          <p:nvPr/>
        </p:nvSpPr>
        <p:spPr>
          <a:xfrm>
            <a:off x="1566050" y="5893187"/>
            <a:ext cx="612497"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Spontan</a:t>
            </a:r>
          </a:p>
        </p:txBody>
      </p:sp>
      <p:sp>
        <p:nvSpPr>
          <p:cNvPr id="62" name="Fühlen">
            <a:extLst>
              <a:ext uri="{FF2B5EF4-FFF2-40B4-BE49-F238E27FC236}">
                <a16:creationId xmlns:a16="http://schemas.microsoft.com/office/drawing/2014/main" id="{6747BE4F-8950-43D7-92CD-F1E0184B75EA}"/>
              </a:ext>
            </a:extLst>
          </p:cNvPr>
          <p:cNvSpPr>
            <a:spLocks noGrp="1"/>
          </p:cNvSpPr>
          <p:nvPr/>
        </p:nvSpPr>
        <p:spPr>
          <a:xfrm>
            <a:off x="1725637" y="6265328"/>
            <a:ext cx="692318"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Fühlen</a:t>
            </a:r>
          </a:p>
        </p:txBody>
      </p:sp>
      <p:sp>
        <p:nvSpPr>
          <p:cNvPr id="63" name="Konservativ">
            <a:extLst>
              <a:ext uri="{FF2B5EF4-FFF2-40B4-BE49-F238E27FC236}">
                <a16:creationId xmlns:a16="http://schemas.microsoft.com/office/drawing/2014/main" id="{5CA6DB11-9BCE-46D7-BD8F-B487B45784CC}"/>
              </a:ext>
            </a:extLst>
          </p:cNvPr>
          <p:cNvSpPr>
            <a:spLocks noGrp="1"/>
          </p:cNvSpPr>
          <p:nvPr/>
        </p:nvSpPr>
        <p:spPr>
          <a:xfrm>
            <a:off x="82340" y="6663407"/>
            <a:ext cx="838450"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Konservativ</a:t>
            </a:r>
          </a:p>
        </p:txBody>
      </p:sp>
      <p:sp>
        <p:nvSpPr>
          <p:cNvPr id="64" name="Liberal">
            <a:extLst>
              <a:ext uri="{FF2B5EF4-FFF2-40B4-BE49-F238E27FC236}">
                <a16:creationId xmlns:a16="http://schemas.microsoft.com/office/drawing/2014/main" id="{CBB632E1-2BE6-4B4E-8ECF-5009DEBD8877}"/>
              </a:ext>
            </a:extLst>
          </p:cNvPr>
          <p:cNvSpPr>
            <a:spLocks noGrp="1"/>
          </p:cNvSpPr>
          <p:nvPr/>
        </p:nvSpPr>
        <p:spPr>
          <a:xfrm>
            <a:off x="1765096" y="6649904"/>
            <a:ext cx="51938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Liberal</a:t>
            </a:r>
          </a:p>
        </p:txBody>
      </p:sp>
      <p:sp>
        <p:nvSpPr>
          <p:cNvPr id="65" name="Anführer">
            <a:extLst>
              <a:ext uri="{FF2B5EF4-FFF2-40B4-BE49-F238E27FC236}">
                <a16:creationId xmlns:a16="http://schemas.microsoft.com/office/drawing/2014/main" id="{263BF284-5B72-4F84-A1D0-EB617316CB00}"/>
              </a:ext>
            </a:extLst>
          </p:cNvPr>
          <p:cNvSpPr>
            <a:spLocks noGrp="1"/>
          </p:cNvSpPr>
          <p:nvPr/>
        </p:nvSpPr>
        <p:spPr>
          <a:xfrm>
            <a:off x="104432" y="7101330"/>
            <a:ext cx="64721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Anführer</a:t>
            </a:r>
          </a:p>
        </p:txBody>
      </p:sp>
      <p:sp>
        <p:nvSpPr>
          <p:cNvPr id="66" name="Nachahmer">
            <a:extLst>
              <a:ext uri="{FF2B5EF4-FFF2-40B4-BE49-F238E27FC236}">
                <a16:creationId xmlns:a16="http://schemas.microsoft.com/office/drawing/2014/main" id="{D5226E57-86B7-4C63-B917-4FDDC04A6B2B}"/>
              </a:ext>
            </a:extLst>
          </p:cNvPr>
          <p:cNvSpPr>
            <a:spLocks noGrp="1"/>
          </p:cNvSpPr>
          <p:nvPr/>
        </p:nvSpPr>
        <p:spPr>
          <a:xfrm>
            <a:off x="1453692" y="7069712"/>
            <a:ext cx="839372" cy="230832"/>
          </a:xfrm>
          <a:prstGeom prst="rect">
            <a:avLst/>
          </a:prstGeom>
          <a:ln w="3175"/>
        </p:spPr>
        <p:txBody>
          <a:bodyPr wrap="square" lIns="38100" tIns="38100" rIns="38100" bIns="38100" anchor="ctr">
            <a:spAutoFit/>
          </a:bodyPr>
          <a:lstStyle>
            <a:lvl1pPr>
              <a:buNone/>
              <a:defRPr sz="1400" b="0" spc="70">
                <a:solidFill>
                  <a:srgbClr val="FFFFFF"/>
                </a:solidFill>
                <a:latin typeface="Futura"/>
                <a:ea typeface="Futura"/>
                <a:cs typeface="Futura"/>
              </a:defRPr>
            </a:lvl1pPr>
          </a:lstStyle>
          <a:p>
            <a:r>
              <a:rPr sz="1000">
                <a:latin typeface="Arial"/>
                <a:ea typeface="Arial"/>
                <a:cs typeface="Arial"/>
              </a:rPr>
              <a:t>Nachahmer</a:t>
            </a:r>
          </a:p>
        </p:txBody>
      </p:sp>
      <p:sp>
        <p:nvSpPr>
          <p:cNvPr id="67" name="Internet">
            <a:extLst>
              <a:ext uri="{FF2B5EF4-FFF2-40B4-BE49-F238E27FC236}">
                <a16:creationId xmlns:a16="http://schemas.microsoft.com/office/drawing/2014/main" id="{74A13C56-17B0-4C31-9510-B5E300B78A64}"/>
              </a:ext>
            </a:extLst>
          </p:cNvPr>
          <p:cNvSpPr>
            <a:spLocks noGrp="1"/>
          </p:cNvSpPr>
          <p:nvPr/>
        </p:nvSpPr>
        <p:spPr>
          <a:xfrm>
            <a:off x="101283" y="3669842"/>
            <a:ext cx="961917"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Technologie</a:t>
            </a:r>
          </a:p>
        </p:txBody>
      </p:sp>
      <p:sp>
        <p:nvSpPr>
          <p:cNvPr id="68" name="Software und Apps">
            <a:extLst>
              <a:ext uri="{FF2B5EF4-FFF2-40B4-BE49-F238E27FC236}">
                <a16:creationId xmlns:a16="http://schemas.microsoft.com/office/drawing/2014/main" id="{3362B1B7-D87D-481B-BE54-011F77612331}"/>
              </a:ext>
            </a:extLst>
          </p:cNvPr>
          <p:cNvSpPr>
            <a:spLocks noGrp="1"/>
          </p:cNvSpPr>
          <p:nvPr/>
        </p:nvSpPr>
        <p:spPr>
          <a:xfrm>
            <a:off x="110811" y="4049132"/>
            <a:ext cx="1337834" cy="230832"/>
          </a:xfrm>
          <a:prstGeom prst="rect">
            <a:avLst/>
          </a:prstGeom>
          <a:ln w="3175"/>
        </p:spPr>
        <p:txBody>
          <a:bodyPr wrap="square" lIns="38100" tIns="38100" rIns="38100" bIns="38100" anchor="ctr">
            <a:spAutoFit/>
          </a:bodyPr>
          <a:lstStyle>
            <a:lvl1pPr algn="l">
              <a:buNone/>
              <a:defRPr sz="1400" b="0" spc="70">
                <a:solidFill>
                  <a:srgbClr val="FFFFFF"/>
                </a:solidFill>
                <a:latin typeface="Futura"/>
                <a:ea typeface="Futura"/>
                <a:cs typeface="Futura"/>
              </a:defRPr>
            </a:lvl1pPr>
          </a:lstStyle>
          <a:p>
            <a:r>
              <a:rPr sz="1000">
                <a:latin typeface="Arial"/>
                <a:ea typeface="Arial"/>
                <a:cs typeface="Arial"/>
              </a:rPr>
              <a:t>Software und Apps</a:t>
            </a:r>
          </a:p>
        </p:txBody>
      </p:sp>
      <p:sp>
        <p:nvSpPr>
          <p:cNvPr id="70" name="Rechteck">
            <a:extLst>
              <a:ext uri="{FF2B5EF4-FFF2-40B4-BE49-F238E27FC236}">
                <a16:creationId xmlns:a16="http://schemas.microsoft.com/office/drawing/2014/main" id="{5D8690B6-5E99-4750-88E0-64565D577282}"/>
              </a:ext>
            </a:extLst>
          </p:cNvPr>
          <p:cNvSpPr>
            <a:spLocks noGrp="1"/>
          </p:cNvSpPr>
          <p:nvPr/>
        </p:nvSpPr>
        <p:spPr>
          <a:xfrm>
            <a:off x="104433"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a:ext uri="{FF2B5EF4-FFF2-40B4-BE49-F238E27FC236}">
                <a16:creationId xmlns:a16="http://schemas.microsoft.com/office/drawing/2014/main" id="{32848BB3-5727-4D6A-A110-F633A76793A3}"/>
              </a:ext>
            </a:extLst>
          </p:cNvPr>
          <p:cNvSpPr>
            <a:spLocks noGrp="1"/>
          </p:cNvSpPr>
          <p:nvPr/>
        </p:nvSpPr>
        <p:spPr>
          <a:xfrm>
            <a:off x="957231" y="73232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a:ext uri="{FF2B5EF4-FFF2-40B4-BE49-F238E27FC236}">
                <a16:creationId xmlns:a16="http://schemas.microsoft.com/office/drawing/2014/main" id="{50062F09-FC3A-4349-86B5-36B0E542BC34}"/>
              </a:ext>
            </a:extLst>
          </p:cNvPr>
          <p:cNvSpPr>
            <a:spLocks noGrp="1"/>
          </p:cNvSpPr>
          <p:nvPr/>
        </p:nvSpPr>
        <p:spPr>
          <a:xfrm>
            <a:off x="5308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a:ext uri="{FF2B5EF4-FFF2-40B4-BE49-F238E27FC236}">
                <a16:creationId xmlns:a16="http://schemas.microsoft.com/office/drawing/2014/main" id="{A73686BC-7D33-487D-A59D-B8A2614EC025}"/>
              </a:ext>
            </a:extLst>
          </p:cNvPr>
          <p:cNvSpPr>
            <a:spLocks noGrp="1"/>
          </p:cNvSpPr>
          <p:nvPr/>
        </p:nvSpPr>
        <p:spPr>
          <a:xfrm>
            <a:off x="1383632"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a:ext uri="{FF2B5EF4-FFF2-40B4-BE49-F238E27FC236}">
                <a16:creationId xmlns:a16="http://schemas.microsoft.com/office/drawing/2014/main" id="{2D768AB4-9B3F-4F96-A6FA-02EA6985981F}"/>
              </a:ext>
            </a:extLst>
          </p:cNvPr>
          <p:cNvSpPr>
            <a:spLocks noGrp="1"/>
          </p:cNvSpPr>
          <p:nvPr/>
        </p:nvSpPr>
        <p:spPr>
          <a:xfrm>
            <a:off x="1810031" y="73232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a:ext uri="{FF2B5EF4-FFF2-40B4-BE49-F238E27FC236}">
                <a16:creationId xmlns:a16="http://schemas.microsoft.com/office/drawing/2014/main" id="{2893C15A-D55F-48CF-81A6-F3AB22FFC2D2}"/>
              </a:ext>
            </a:extLst>
          </p:cNvPr>
          <p:cNvSpPr>
            <a:spLocks noGrp="1"/>
          </p:cNvSpPr>
          <p:nvPr/>
        </p:nvSpPr>
        <p:spPr>
          <a:xfrm>
            <a:off x="104433"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a:ext uri="{FF2B5EF4-FFF2-40B4-BE49-F238E27FC236}">
                <a16:creationId xmlns:a16="http://schemas.microsoft.com/office/drawing/2014/main" id="{894ED74E-0855-43C5-932B-565CB7C6450D}"/>
              </a:ext>
            </a:extLst>
          </p:cNvPr>
          <p:cNvSpPr>
            <a:spLocks noGrp="1"/>
          </p:cNvSpPr>
          <p:nvPr/>
        </p:nvSpPr>
        <p:spPr>
          <a:xfrm>
            <a:off x="9572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a:ext uri="{FF2B5EF4-FFF2-40B4-BE49-F238E27FC236}">
                <a16:creationId xmlns:a16="http://schemas.microsoft.com/office/drawing/2014/main" id="{E07F87FB-4967-49CB-B94A-BAB21B47469C}"/>
              </a:ext>
            </a:extLst>
          </p:cNvPr>
          <p:cNvSpPr>
            <a:spLocks noGrp="1"/>
          </p:cNvSpPr>
          <p:nvPr/>
        </p:nvSpPr>
        <p:spPr>
          <a:xfrm>
            <a:off x="530832" y="6915851"/>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a:ext uri="{FF2B5EF4-FFF2-40B4-BE49-F238E27FC236}">
                <a16:creationId xmlns:a16="http://schemas.microsoft.com/office/drawing/2014/main" id="{C845B0A9-1EBA-4AEF-A447-6554E0DC703C}"/>
              </a:ext>
            </a:extLst>
          </p:cNvPr>
          <p:cNvSpPr>
            <a:spLocks noGrp="1"/>
          </p:cNvSpPr>
          <p:nvPr/>
        </p:nvSpPr>
        <p:spPr>
          <a:xfrm>
            <a:off x="1383632"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a:ext uri="{FF2B5EF4-FFF2-40B4-BE49-F238E27FC236}">
                <a16:creationId xmlns:a16="http://schemas.microsoft.com/office/drawing/2014/main" id="{163E74F4-C97B-4DEB-AB21-694386DCF696}"/>
              </a:ext>
            </a:extLst>
          </p:cNvPr>
          <p:cNvSpPr>
            <a:spLocks noGrp="1"/>
          </p:cNvSpPr>
          <p:nvPr/>
        </p:nvSpPr>
        <p:spPr>
          <a:xfrm>
            <a:off x="1810031" y="6915851"/>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a:ext uri="{FF2B5EF4-FFF2-40B4-BE49-F238E27FC236}">
                <a16:creationId xmlns:a16="http://schemas.microsoft.com/office/drawing/2014/main" id="{981752B2-BA7C-4625-B3BD-C21A8A17C794}"/>
              </a:ext>
            </a:extLst>
          </p:cNvPr>
          <p:cNvSpPr>
            <a:spLocks noGrp="1"/>
          </p:cNvSpPr>
          <p:nvPr/>
        </p:nvSpPr>
        <p:spPr>
          <a:xfrm>
            <a:off x="104433"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a:ext uri="{FF2B5EF4-FFF2-40B4-BE49-F238E27FC236}">
                <a16:creationId xmlns:a16="http://schemas.microsoft.com/office/drawing/2014/main" id="{4B4202E3-481A-4E89-91C4-A67D664BEEC1}"/>
              </a:ext>
            </a:extLst>
          </p:cNvPr>
          <p:cNvSpPr>
            <a:spLocks noGrp="1"/>
          </p:cNvSpPr>
          <p:nvPr/>
        </p:nvSpPr>
        <p:spPr>
          <a:xfrm>
            <a:off x="9572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a:ext uri="{FF2B5EF4-FFF2-40B4-BE49-F238E27FC236}">
                <a16:creationId xmlns:a16="http://schemas.microsoft.com/office/drawing/2014/main" id="{F7E302B0-AEA3-4392-8C92-8B5FC3DDDD96}"/>
              </a:ext>
            </a:extLst>
          </p:cNvPr>
          <p:cNvSpPr>
            <a:spLocks noGrp="1"/>
          </p:cNvSpPr>
          <p:nvPr/>
        </p:nvSpPr>
        <p:spPr>
          <a:xfrm>
            <a:off x="530832" y="6509182"/>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a:ext uri="{FF2B5EF4-FFF2-40B4-BE49-F238E27FC236}">
                <a16:creationId xmlns:a16="http://schemas.microsoft.com/office/drawing/2014/main" id="{A8E1725A-20BE-4B0A-A477-341A0AF44666}"/>
              </a:ext>
            </a:extLst>
          </p:cNvPr>
          <p:cNvSpPr>
            <a:spLocks noGrp="1"/>
          </p:cNvSpPr>
          <p:nvPr/>
        </p:nvSpPr>
        <p:spPr>
          <a:xfrm>
            <a:off x="1383632"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a:ext uri="{FF2B5EF4-FFF2-40B4-BE49-F238E27FC236}">
                <a16:creationId xmlns:a16="http://schemas.microsoft.com/office/drawing/2014/main" id="{18BE0286-73B7-4FB5-BBC5-7D83BA983331}"/>
              </a:ext>
            </a:extLst>
          </p:cNvPr>
          <p:cNvSpPr>
            <a:spLocks noGrp="1"/>
          </p:cNvSpPr>
          <p:nvPr/>
        </p:nvSpPr>
        <p:spPr>
          <a:xfrm>
            <a:off x="1810031" y="6509182"/>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a:ext uri="{FF2B5EF4-FFF2-40B4-BE49-F238E27FC236}">
                <a16:creationId xmlns:a16="http://schemas.microsoft.com/office/drawing/2014/main" id="{B75F36B9-DE97-47B1-B92E-F3DD298050BB}"/>
              </a:ext>
            </a:extLst>
          </p:cNvPr>
          <p:cNvSpPr>
            <a:spLocks noGrp="1"/>
          </p:cNvSpPr>
          <p:nvPr/>
        </p:nvSpPr>
        <p:spPr>
          <a:xfrm>
            <a:off x="83050" y="6264018"/>
            <a:ext cx="601603" cy="212268"/>
          </a:xfrm>
          <a:prstGeom prst="rect">
            <a:avLst/>
          </a:prstGeom>
          <a:ln w="3175"/>
        </p:spPr>
        <p:txBody>
          <a:bodyPr lIns="38100" tIns="38100" rIns="38100" bIns="38100" anchor="ctr"/>
          <a:lstStyle>
            <a:lvl1pPr algn="l">
              <a:buNone/>
              <a:defRPr sz="1400" b="0" spc="70">
                <a:solidFill>
                  <a:srgbClr val="FFFFFF"/>
                </a:solidFill>
                <a:latin typeface="Futura"/>
                <a:ea typeface="Futura"/>
                <a:cs typeface="Futura"/>
              </a:defRPr>
            </a:lvl1pPr>
          </a:lstStyle>
          <a:p>
            <a:r>
              <a:rPr sz="1000">
                <a:latin typeface="Arial"/>
                <a:ea typeface="Arial"/>
                <a:cs typeface="Arial"/>
              </a:rPr>
              <a:t>Denken</a:t>
            </a:r>
          </a:p>
        </p:txBody>
      </p:sp>
      <p:sp>
        <p:nvSpPr>
          <p:cNvPr id="89" name="Rechteck">
            <a:extLst>
              <a:ext uri="{FF2B5EF4-FFF2-40B4-BE49-F238E27FC236}">
                <a16:creationId xmlns:a16="http://schemas.microsoft.com/office/drawing/2014/main" id="{A3C9F528-BB90-46BE-80DC-52099D74C9A6}"/>
              </a:ext>
            </a:extLst>
          </p:cNvPr>
          <p:cNvSpPr>
            <a:spLocks noGrp="1"/>
          </p:cNvSpPr>
          <p:nvPr/>
        </p:nvSpPr>
        <p:spPr>
          <a:xfrm>
            <a:off x="104432" y="6128603"/>
            <a:ext cx="38377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a:ext uri="{FF2B5EF4-FFF2-40B4-BE49-F238E27FC236}">
                <a16:creationId xmlns:a16="http://schemas.microsoft.com/office/drawing/2014/main" id="{97DF5059-236D-45CA-920E-3ACB08422480}"/>
              </a:ext>
            </a:extLst>
          </p:cNvPr>
          <p:cNvSpPr>
            <a:spLocks noGrp="1"/>
          </p:cNvSpPr>
          <p:nvPr/>
        </p:nvSpPr>
        <p:spPr>
          <a:xfrm>
            <a:off x="943716"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a:ext uri="{FF2B5EF4-FFF2-40B4-BE49-F238E27FC236}">
                <a16:creationId xmlns:a16="http://schemas.microsoft.com/office/drawing/2014/main" id="{A3204F46-9E27-4B78-B33E-F2E82A35F0E2}"/>
              </a:ext>
            </a:extLst>
          </p:cNvPr>
          <p:cNvSpPr>
            <a:spLocks noGrp="1"/>
          </p:cNvSpPr>
          <p:nvPr/>
        </p:nvSpPr>
        <p:spPr>
          <a:xfrm>
            <a:off x="524074"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a:ext uri="{FF2B5EF4-FFF2-40B4-BE49-F238E27FC236}">
                <a16:creationId xmlns:a16="http://schemas.microsoft.com/office/drawing/2014/main" id="{E3B81E32-966D-4D2B-9C5A-BDA5A15900F0}"/>
              </a:ext>
            </a:extLst>
          </p:cNvPr>
          <p:cNvSpPr>
            <a:spLocks noGrp="1"/>
          </p:cNvSpPr>
          <p:nvPr/>
        </p:nvSpPr>
        <p:spPr>
          <a:xfrm>
            <a:off x="1363359" y="6128603"/>
            <a:ext cx="383779"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a:ext uri="{FF2B5EF4-FFF2-40B4-BE49-F238E27FC236}">
                <a16:creationId xmlns:a16="http://schemas.microsoft.com/office/drawing/2014/main" id="{935711A5-2D3F-4D34-BA88-720C70F80BDC}"/>
              </a:ext>
            </a:extLst>
          </p:cNvPr>
          <p:cNvSpPr>
            <a:spLocks noGrp="1"/>
          </p:cNvSpPr>
          <p:nvPr/>
        </p:nvSpPr>
        <p:spPr>
          <a:xfrm>
            <a:off x="1783001" y="6128603"/>
            <a:ext cx="38377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a:ext uri="{FF2B5EF4-FFF2-40B4-BE49-F238E27FC236}">
                <a16:creationId xmlns:a16="http://schemas.microsoft.com/office/drawing/2014/main" id="{E7AF644E-B7C8-48BA-9BC0-F16ED3FCD9BD}"/>
              </a:ext>
            </a:extLst>
          </p:cNvPr>
          <p:cNvSpPr>
            <a:spLocks noGrp="1"/>
          </p:cNvSpPr>
          <p:nvPr/>
        </p:nvSpPr>
        <p:spPr>
          <a:xfrm>
            <a:off x="104433"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a:ext uri="{FF2B5EF4-FFF2-40B4-BE49-F238E27FC236}">
                <a16:creationId xmlns:a16="http://schemas.microsoft.com/office/drawing/2014/main" id="{62CE3595-C01C-4834-B9EF-A74F8C8D0AAA}"/>
              </a:ext>
            </a:extLst>
          </p:cNvPr>
          <p:cNvSpPr>
            <a:spLocks noGrp="1"/>
          </p:cNvSpPr>
          <p:nvPr/>
        </p:nvSpPr>
        <p:spPr>
          <a:xfrm>
            <a:off x="957231" y="5764366"/>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a:ext uri="{FF2B5EF4-FFF2-40B4-BE49-F238E27FC236}">
                <a16:creationId xmlns:a16="http://schemas.microsoft.com/office/drawing/2014/main" id="{EBA9E952-394A-464C-AED1-2BAAE4332FA5}"/>
              </a:ext>
            </a:extLst>
          </p:cNvPr>
          <p:cNvSpPr>
            <a:spLocks noGrp="1"/>
          </p:cNvSpPr>
          <p:nvPr/>
        </p:nvSpPr>
        <p:spPr>
          <a:xfrm>
            <a:off x="5308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a:ext uri="{FF2B5EF4-FFF2-40B4-BE49-F238E27FC236}">
                <a16:creationId xmlns:a16="http://schemas.microsoft.com/office/drawing/2014/main" id="{31BB97C8-DDB2-42E3-AA46-85C7FE8E76C7}"/>
              </a:ext>
            </a:extLst>
          </p:cNvPr>
          <p:cNvSpPr>
            <a:spLocks noGrp="1"/>
          </p:cNvSpPr>
          <p:nvPr/>
        </p:nvSpPr>
        <p:spPr>
          <a:xfrm>
            <a:off x="1383632"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a:ext uri="{FF2B5EF4-FFF2-40B4-BE49-F238E27FC236}">
                <a16:creationId xmlns:a16="http://schemas.microsoft.com/office/drawing/2014/main" id="{66614AE4-75B5-4E0E-9950-5155BD83585C}"/>
              </a:ext>
            </a:extLst>
          </p:cNvPr>
          <p:cNvSpPr>
            <a:spLocks noGrp="1"/>
          </p:cNvSpPr>
          <p:nvPr/>
        </p:nvSpPr>
        <p:spPr>
          <a:xfrm>
            <a:off x="1810031" y="5764366"/>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a:ext uri="{FF2B5EF4-FFF2-40B4-BE49-F238E27FC236}">
                <a16:creationId xmlns:a16="http://schemas.microsoft.com/office/drawing/2014/main" id="{93507A3D-06A4-4B77-9637-72FD4F3E3537}"/>
              </a:ext>
            </a:extLst>
          </p:cNvPr>
          <p:cNvSpPr>
            <a:spLocks noGrp="1"/>
          </p:cNvSpPr>
          <p:nvPr/>
        </p:nvSpPr>
        <p:spPr>
          <a:xfrm>
            <a:off x="137507"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a:ext uri="{FF2B5EF4-FFF2-40B4-BE49-F238E27FC236}">
                <a16:creationId xmlns:a16="http://schemas.microsoft.com/office/drawing/2014/main" id="{D4076C11-A33F-4679-B084-F0A7D36FD31E}"/>
              </a:ext>
            </a:extLst>
          </p:cNvPr>
          <p:cNvSpPr>
            <a:spLocks noGrp="1"/>
          </p:cNvSpPr>
          <p:nvPr/>
        </p:nvSpPr>
        <p:spPr>
          <a:xfrm>
            <a:off x="990305"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a:ext uri="{FF2B5EF4-FFF2-40B4-BE49-F238E27FC236}">
                <a16:creationId xmlns:a16="http://schemas.microsoft.com/office/drawing/2014/main" id="{ED584246-6A7F-4E47-861C-A0935E8FDAE0}"/>
              </a:ext>
            </a:extLst>
          </p:cNvPr>
          <p:cNvSpPr>
            <a:spLocks noGrp="1"/>
          </p:cNvSpPr>
          <p:nvPr/>
        </p:nvSpPr>
        <p:spPr>
          <a:xfrm>
            <a:off x="563906" y="4329509"/>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a:ext uri="{FF2B5EF4-FFF2-40B4-BE49-F238E27FC236}">
                <a16:creationId xmlns:a16="http://schemas.microsoft.com/office/drawing/2014/main" id="{C8E00D01-A25E-4123-B26F-465076D35C01}"/>
              </a:ext>
            </a:extLst>
          </p:cNvPr>
          <p:cNvSpPr>
            <a:spLocks noGrp="1"/>
          </p:cNvSpPr>
          <p:nvPr/>
        </p:nvSpPr>
        <p:spPr>
          <a:xfrm>
            <a:off x="1416706"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a:ext uri="{FF2B5EF4-FFF2-40B4-BE49-F238E27FC236}">
                <a16:creationId xmlns:a16="http://schemas.microsoft.com/office/drawing/2014/main" id="{EEDE575F-961E-46D4-A388-3C0627E5FE3E}"/>
              </a:ext>
            </a:extLst>
          </p:cNvPr>
          <p:cNvSpPr>
            <a:spLocks noGrp="1"/>
          </p:cNvSpPr>
          <p:nvPr/>
        </p:nvSpPr>
        <p:spPr>
          <a:xfrm>
            <a:off x="1843105" y="4329509"/>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a:ext uri="{FF2B5EF4-FFF2-40B4-BE49-F238E27FC236}">
                <a16:creationId xmlns:a16="http://schemas.microsoft.com/office/drawing/2014/main" id="{DFA6F396-E9EA-4F96-A4C7-C346F6D5B455}"/>
              </a:ext>
            </a:extLst>
          </p:cNvPr>
          <p:cNvSpPr>
            <a:spLocks noGrp="1"/>
          </p:cNvSpPr>
          <p:nvPr/>
        </p:nvSpPr>
        <p:spPr>
          <a:xfrm>
            <a:off x="137507"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a:ext uri="{FF2B5EF4-FFF2-40B4-BE49-F238E27FC236}">
                <a16:creationId xmlns:a16="http://schemas.microsoft.com/office/drawing/2014/main" id="{3BC10C83-EACE-4C25-B121-AD97099C3738}"/>
              </a:ext>
            </a:extLst>
          </p:cNvPr>
          <p:cNvSpPr>
            <a:spLocks noGrp="1"/>
          </p:cNvSpPr>
          <p:nvPr/>
        </p:nvSpPr>
        <p:spPr>
          <a:xfrm>
            <a:off x="990305"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a:ext uri="{FF2B5EF4-FFF2-40B4-BE49-F238E27FC236}">
                <a16:creationId xmlns:a16="http://schemas.microsoft.com/office/drawing/2014/main" id="{B2D4D5E2-C33A-4F28-8A32-64EE292584B7}"/>
              </a:ext>
            </a:extLst>
          </p:cNvPr>
          <p:cNvSpPr>
            <a:spLocks noGrp="1"/>
          </p:cNvSpPr>
          <p:nvPr/>
        </p:nvSpPr>
        <p:spPr>
          <a:xfrm>
            <a:off x="563906" y="3930664"/>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a:ext uri="{FF2B5EF4-FFF2-40B4-BE49-F238E27FC236}">
                <a16:creationId xmlns:a16="http://schemas.microsoft.com/office/drawing/2014/main" id="{AC58726F-89BA-4722-B4A8-B21637F6AFEC}"/>
              </a:ext>
            </a:extLst>
          </p:cNvPr>
          <p:cNvSpPr>
            <a:spLocks noGrp="1"/>
          </p:cNvSpPr>
          <p:nvPr/>
        </p:nvSpPr>
        <p:spPr>
          <a:xfrm>
            <a:off x="1416706"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1" name="Rechteck">
            <a:extLst>
              <a:ext uri="{FF2B5EF4-FFF2-40B4-BE49-F238E27FC236}">
                <a16:creationId xmlns:a16="http://schemas.microsoft.com/office/drawing/2014/main" id="{4D4E692F-772A-48C3-B7F5-DFA9C52DB3D8}"/>
              </a:ext>
            </a:extLst>
          </p:cNvPr>
          <p:cNvSpPr>
            <a:spLocks noGrp="1"/>
          </p:cNvSpPr>
          <p:nvPr/>
        </p:nvSpPr>
        <p:spPr>
          <a:xfrm>
            <a:off x="1843105" y="3930664"/>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a:ext uri="{FF2B5EF4-FFF2-40B4-BE49-F238E27FC236}">
                <a16:creationId xmlns:a16="http://schemas.microsoft.com/office/drawing/2014/main" id="{00375B53-89A5-4B13-9B85-92BF41485641}"/>
              </a:ext>
            </a:extLst>
          </p:cNvPr>
          <p:cNvSpPr>
            <a:spLocks noGrp="1"/>
          </p:cNvSpPr>
          <p:nvPr/>
        </p:nvSpPr>
        <p:spPr>
          <a:xfrm>
            <a:off x="137507"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a:ext uri="{FF2B5EF4-FFF2-40B4-BE49-F238E27FC236}">
                <a16:creationId xmlns:a16="http://schemas.microsoft.com/office/drawing/2014/main" id="{813A41FF-9DF7-4115-B365-72A290DA0639}"/>
              </a:ext>
            </a:extLst>
          </p:cNvPr>
          <p:cNvSpPr>
            <a:spLocks noGrp="1"/>
          </p:cNvSpPr>
          <p:nvPr/>
        </p:nvSpPr>
        <p:spPr>
          <a:xfrm>
            <a:off x="990305"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a:ext uri="{FF2B5EF4-FFF2-40B4-BE49-F238E27FC236}">
                <a16:creationId xmlns:a16="http://schemas.microsoft.com/office/drawing/2014/main" id="{8575CC6F-4346-48F6-8E8F-7BA7CF11E1E0}"/>
              </a:ext>
            </a:extLst>
          </p:cNvPr>
          <p:cNvSpPr>
            <a:spLocks noGrp="1"/>
          </p:cNvSpPr>
          <p:nvPr/>
        </p:nvSpPr>
        <p:spPr>
          <a:xfrm>
            <a:off x="563906" y="4671205"/>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a:ext uri="{FF2B5EF4-FFF2-40B4-BE49-F238E27FC236}">
                <a16:creationId xmlns:a16="http://schemas.microsoft.com/office/drawing/2014/main" id="{1AF2C3AB-9733-44F9-9C20-A508BCB317BD}"/>
              </a:ext>
            </a:extLst>
          </p:cNvPr>
          <p:cNvSpPr>
            <a:spLocks noGrp="1"/>
          </p:cNvSpPr>
          <p:nvPr/>
        </p:nvSpPr>
        <p:spPr>
          <a:xfrm>
            <a:off x="1416706"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a:ext uri="{FF2B5EF4-FFF2-40B4-BE49-F238E27FC236}">
                <a16:creationId xmlns:a16="http://schemas.microsoft.com/office/drawing/2014/main" id="{14C5C638-E585-4A67-A7CC-F20C33B33C6F}"/>
              </a:ext>
            </a:extLst>
          </p:cNvPr>
          <p:cNvSpPr>
            <a:spLocks noGrp="1"/>
          </p:cNvSpPr>
          <p:nvPr/>
        </p:nvSpPr>
        <p:spPr>
          <a:xfrm>
            <a:off x="1843105" y="4671205"/>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a:ext uri="{FF2B5EF4-FFF2-40B4-BE49-F238E27FC236}">
                <a16:creationId xmlns:a16="http://schemas.microsoft.com/office/drawing/2014/main" id="{F1333136-F1A8-4260-92BE-552F2B7CB04F}"/>
              </a:ext>
            </a:extLst>
          </p:cNvPr>
          <p:cNvSpPr>
            <a:spLocks noGrp="1"/>
          </p:cNvSpPr>
          <p:nvPr/>
        </p:nvSpPr>
        <p:spPr>
          <a:xfrm>
            <a:off x="134284" y="4785593"/>
            <a:ext cx="1357206" cy="230832"/>
          </a:xfrm>
          <a:prstGeom prst="rect">
            <a:avLst/>
          </a:prstGeom>
          <a:ln w="3175"/>
        </p:spPr>
        <p:txBody>
          <a:bodyPr wrap="square" lIns="38100" tIns="38100" rIns="38100" bIns="38100" anchor="ctr">
            <a:spAutoFit/>
          </a:bodyPr>
          <a:lstStyle>
            <a:lvl1pPr algn="l">
              <a:buNone/>
              <a:defRPr sz="2000" b="0" spc="100">
                <a:solidFill>
                  <a:srgbClr val="FFFFFF"/>
                </a:solidFill>
                <a:latin typeface="Futura"/>
                <a:ea typeface="Futura"/>
                <a:cs typeface="Futura"/>
              </a:defRPr>
            </a:lvl1pPr>
          </a:lstStyle>
          <a:p>
            <a:r>
              <a:rPr sz="1000">
                <a:latin typeface="Arial"/>
                <a:ea typeface="Arial"/>
                <a:cs typeface="Arial"/>
              </a:rPr>
              <a:t>Social Network</a:t>
            </a:r>
          </a:p>
        </p:txBody>
      </p:sp>
      <p:sp>
        <p:nvSpPr>
          <p:cNvPr id="120" name="Rechteck">
            <a:extLst>
              <a:ext uri="{FF2B5EF4-FFF2-40B4-BE49-F238E27FC236}">
                <a16:creationId xmlns:a16="http://schemas.microsoft.com/office/drawing/2014/main" id="{82877763-BFF5-457A-A6AF-6232ABA92FB1}"/>
              </a:ext>
            </a:extLst>
          </p:cNvPr>
          <p:cNvSpPr>
            <a:spLocks noGrp="1"/>
          </p:cNvSpPr>
          <p:nvPr/>
        </p:nvSpPr>
        <p:spPr>
          <a:xfrm>
            <a:off x="137507"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a:ext uri="{FF2B5EF4-FFF2-40B4-BE49-F238E27FC236}">
                <a16:creationId xmlns:a16="http://schemas.microsoft.com/office/drawing/2014/main" id="{8A2CD27C-2697-411B-8B68-CA001240C03D}"/>
              </a:ext>
            </a:extLst>
          </p:cNvPr>
          <p:cNvSpPr>
            <a:spLocks noGrp="1"/>
          </p:cNvSpPr>
          <p:nvPr/>
        </p:nvSpPr>
        <p:spPr>
          <a:xfrm>
            <a:off x="9903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a:ext uri="{FF2B5EF4-FFF2-40B4-BE49-F238E27FC236}">
                <a16:creationId xmlns:a16="http://schemas.microsoft.com/office/drawing/2014/main" id="{993DFD79-B749-439C-AB0E-7D54E7EA0F1D}"/>
              </a:ext>
            </a:extLst>
          </p:cNvPr>
          <p:cNvSpPr>
            <a:spLocks noGrp="1"/>
          </p:cNvSpPr>
          <p:nvPr/>
        </p:nvSpPr>
        <p:spPr>
          <a:xfrm>
            <a:off x="563906" y="5048738"/>
            <a:ext cx="389958" cy="45719"/>
          </a:xfrm>
          <a:prstGeom prst="rect">
            <a:avLst/>
          </a:prstGeom>
          <a:solidFill>
            <a:srgbClr val="FF0000"/>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a:ext uri="{FF2B5EF4-FFF2-40B4-BE49-F238E27FC236}">
                <a16:creationId xmlns:a16="http://schemas.microsoft.com/office/drawing/2014/main" id="{8AEFA1C4-374D-414C-835E-795152424B48}"/>
              </a:ext>
            </a:extLst>
          </p:cNvPr>
          <p:cNvSpPr>
            <a:spLocks noGrp="1"/>
          </p:cNvSpPr>
          <p:nvPr/>
        </p:nvSpPr>
        <p:spPr>
          <a:xfrm>
            <a:off x="1416706"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a:ext uri="{FF2B5EF4-FFF2-40B4-BE49-F238E27FC236}">
                <a16:creationId xmlns:a16="http://schemas.microsoft.com/office/drawing/2014/main" id="{F213A40E-63A3-4EFA-9928-B064883278CA}"/>
              </a:ext>
            </a:extLst>
          </p:cNvPr>
          <p:cNvSpPr>
            <a:spLocks noGrp="1"/>
          </p:cNvSpPr>
          <p:nvPr/>
        </p:nvSpPr>
        <p:spPr>
          <a:xfrm>
            <a:off x="1843105" y="5048738"/>
            <a:ext cx="389958" cy="45719"/>
          </a:xfrm>
          <a:prstGeom prst="rect">
            <a:avLst/>
          </a:prstGeom>
          <a:solidFill>
            <a:srgbClr val="FFFFFF"/>
          </a:solidFill>
          <a:ln w="3175">
            <a:noFill/>
          </a:ln>
        </p:spPr>
        <p:txBody>
          <a:bodyPr wrap="square" lIns="38100" tIns="38100" rIns="38100" bIns="38100" anchor="ctr">
            <a:noAutofit/>
          </a:bodyPr>
          <a:lstStyle/>
          <a:p>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a:ext uri="{FF2B5EF4-FFF2-40B4-BE49-F238E27FC236}">
                <a16:creationId xmlns:a16="http://schemas.microsoft.com/office/drawing/2014/main" id="{FB0FBFAF-C580-4C89-ACB6-131CCB98D2F8}"/>
              </a:ext>
            </a:extLst>
          </p:cNvPr>
          <p:cNvSpPr>
            <a:spLocks noGrp="1"/>
          </p:cNvSpPr>
          <p:nvPr/>
        </p:nvSpPr>
        <p:spPr>
          <a:xfrm>
            <a:off x="-19028" y="1474705"/>
            <a:ext cx="2526008" cy="812514"/>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126" name="Alter">
            <a:extLst>
              <a:ext uri="{FF2B5EF4-FFF2-40B4-BE49-F238E27FC236}">
                <a16:creationId xmlns:a16="http://schemas.microsoft.com/office/drawing/2014/main" id="{82D282F1-200E-47BC-AE96-45EF9528BF33}"/>
              </a:ext>
            </a:extLst>
          </p:cNvPr>
          <p:cNvSpPr>
            <a:spLocks noGrp="1"/>
          </p:cNvSpPr>
          <p:nvPr/>
        </p:nvSpPr>
        <p:spPr>
          <a:xfrm>
            <a:off x="55659" y="1404614"/>
            <a:ext cx="1340086" cy="384721"/>
          </a:xfrm>
          <a:prstGeom prst="rect">
            <a:avLst/>
          </a:prstGeom>
          <a:ln w="3175"/>
        </p:spPr>
        <p:txBody>
          <a:bodyPr wrap="square" lIns="38100" tIns="38100" rIns="38100" bIns="38100" anchor="ctr">
            <a:spAutoFit/>
          </a:bodyPr>
          <a:lstStyle>
            <a:lvl1pPr algn="l">
              <a:buNone/>
              <a:defRPr sz="1500" b="0" spc="75">
                <a:solidFill>
                  <a:srgbClr val="FFFFFF"/>
                </a:solidFill>
                <a:latin typeface="Futura"/>
                <a:ea typeface="Futura"/>
                <a:cs typeface="Futura"/>
              </a:defRPr>
            </a:lvl1pPr>
          </a:lstStyle>
          <a:p>
            <a:r>
              <a:rPr lang="de-CH" sz="2000" dirty="0">
                <a:latin typeface="Arial"/>
                <a:ea typeface="Arial"/>
                <a:cs typeface="Arial"/>
              </a:rPr>
              <a:t>Jefferson</a:t>
            </a:r>
            <a:endParaRPr sz="2000" dirty="0">
              <a:latin typeface="Arial"/>
              <a:ea typeface="Arial"/>
              <a:cs typeface="Arial"/>
            </a:endParaRPr>
          </a:p>
        </p:txBody>
      </p:sp>
      <p:sp>
        <p:nvSpPr>
          <p:cNvPr id="127" name="Alter">
            <a:extLst>
              <a:ext uri="{FF2B5EF4-FFF2-40B4-BE49-F238E27FC236}">
                <a16:creationId xmlns:a16="http://schemas.microsoft.com/office/drawing/2014/main" id="{11BB9D78-05FB-4E72-84FD-82AEFE511AA8}"/>
              </a:ext>
            </a:extLst>
          </p:cNvPr>
          <p:cNvSpPr>
            <a:spLocks noGrp="1"/>
          </p:cNvSpPr>
          <p:nvPr/>
        </p:nvSpPr>
        <p:spPr>
          <a:xfrm>
            <a:off x="89889" y="1759313"/>
            <a:ext cx="62998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dirty="0">
                <a:latin typeface="Arial"/>
                <a:ea typeface="Arial"/>
                <a:cs typeface="Arial"/>
              </a:rPr>
              <a:t>Pfleger</a:t>
            </a:r>
          </a:p>
        </p:txBody>
      </p:sp>
      <p:sp>
        <p:nvSpPr>
          <p:cNvPr id="128" name="Alter">
            <a:extLst>
              <a:ext uri="{FF2B5EF4-FFF2-40B4-BE49-F238E27FC236}">
                <a16:creationId xmlns:a16="http://schemas.microsoft.com/office/drawing/2014/main" id="{64604045-0650-4147-8288-58A2687C8947}"/>
              </a:ext>
            </a:extLst>
          </p:cNvPr>
          <p:cNvSpPr>
            <a:spLocks noGrp="1"/>
          </p:cNvSpPr>
          <p:nvPr/>
        </p:nvSpPr>
        <p:spPr>
          <a:xfrm>
            <a:off x="96249" y="2025609"/>
            <a:ext cx="1181862"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FaGe EFZ</a:t>
            </a:r>
          </a:p>
        </p:txBody>
      </p:sp>
      <p:sp>
        <p:nvSpPr>
          <p:cNvPr id="129" name="Rechteck">
            <a:extLst>
              <a:ext uri="{FF2B5EF4-FFF2-40B4-BE49-F238E27FC236}">
                <a16:creationId xmlns:a16="http://schemas.microsoft.com/office/drawing/2014/main" id="{3F0810EF-5BC7-4BD1-8421-E11BF336FF35}"/>
              </a:ext>
            </a:extLst>
          </p:cNvPr>
          <p:cNvSpPr>
            <a:spLocks noGrp="1"/>
          </p:cNvSpPr>
          <p:nvPr/>
        </p:nvSpPr>
        <p:spPr>
          <a:xfrm>
            <a:off x="2565799" y="737110"/>
            <a:ext cx="4292201" cy="633325"/>
          </a:xfrm>
          <a:prstGeom prst="rect">
            <a:avLst/>
          </a:prstGeom>
          <a:solidFill>
            <a:srgbClr val="92E2FF"/>
          </a:solidFill>
          <a:ln w="3175"/>
        </p:spPr>
        <p:txBody>
          <a:bodyPr lIns="38100" tIns="38100" rIns="38100" bIns="38100" anchor="ctr"/>
          <a:lstStyle/>
          <a:p>
            <a:endParaRPr sz="2800">
              <a:solidFill>
                <a:srgbClr val="FFFFFF"/>
              </a:solidFill>
              <a:latin typeface="Arial"/>
              <a:ea typeface="Arial"/>
              <a:cs typeface="Arial"/>
            </a:endParaRPr>
          </a:p>
        </p:txBody>
      </p:sp>
      <p:sp>
        <p:nvSpPr>
          <p:cNvPr id="42" name="Alter">
            <a:extLst>
              <a:ext uri="{FF2B5EF4-FFF2-40B4-BE49-F238E27FC236}">
                <a16:creationId xmlns:a16="http://schemas.microsoft.com/office/drawing/2014/main" id="{E9D5841D-B961-4677-ADD2-ED747BCE5EF2}"/>
              </a:ext>
            </a:extLst>
          </p:cNvPr>
          <p:cNvSpPr>
            <a:spLocks noGrp="1"/>
          </p:cNvSpPr>
          <p:nvPr/>
        </p:nvSpPr>
        <p:spPr>
          <a:xfrm>
            <a:off x="2706928" y="955069"/>
            <a:ext cx="735779"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Alter: 58</a:t>
            </a:r>
            <a:endParaRPr sz="1200">
              <a:latin typeface="Arial"/>
              <a:ea typeface="Arial"/>
              <a:cs typeface="Arial"/>
            </a:endParaRPr>
          </a:p>
        </p:txBody>
      </p:sp>
      <p:sp>
        <p:nvSpPr>
          <p:cNvPr id="43" name="Wohnort">
            <a:extLst>
              <a:ext uri="{FF2B5EF4-FFF2-40B4-BE49-F238E27FC236}">
                <a16:creationId xmlns:a16="http://schemas.microsoft.com/office/drawing/2014/main" id="{B4B6DA3A-CE7A-4C1A-82F7-A06F4FEF286E}"/>
              </a:ext>
            </a:extLst>
          </p:cNvPr>
          <p:cNvSpPr>
            <a:spLocks noGrp="1"/>
          </p:cNvSpPr>
          <p:nvPr/>
        </p:nvSpPr>
        <p:spPr>
          <a:xfrm>
            <a:off x="3350000" y="955069"/>
            <a:ext cx="1526508"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Wohnort: Brugg</a:t>
            </a:r>
            <a:endParaRPr sz="1200">
              <a:latin typeface="Arial"/>
              <a:ea typeface="Arial"/>
              <a:cs typeface="Arial"/>
            </a:endParaRPr>
          </a:p>
        </p:txBody>
      </p:sp>
      <p:sp>
        <p:nvSpPr>
          <p:cNvPr id="44" name="Familienstatus">
            <a:extLst>
              <a:ext uri="{FF2B5EF4-FFF2-40B4-BE49-F238E27FC236}">
                <a16:creationId xmlns:a16="http://schemas.microsoft.com/office/drawing/2014/main" id="{0EAEA570-8D74-43FC-8C79-3B6AD5E1ABED}"/>
              </a:ext>
            </a:extLst>
          </p:cNvPr>
          <p:cNvSpPr>
            <a:spLocks noGrp="1"/>
          </p:cNvSpPr>
          <p:nvPr/>
        </p:nvSpPr>
        <p:spPr>
          <a:xfrm>
            <a:off x="4900000" y="955069"/>
            <a:ext cx="1788951"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000">
                <a:latin typeface="Arial"/>
                <a:ea typeface="Arial"/>
                <a:cs typeface="Arial"/>
              </a:rPr>
              <a:t>Familienstatus: Geschieden</a:t>
            </a:r>
            <a:endParaRPr sz="1200">
              <a:latin typeface="Arial"/>
              <a:ea typeface="Arial"/>
              <a:cs typeface="Arial"/>
            </a:endParaRPr>
          </a:p>
        </p:txBody>
      </p:sp>
      <p:sp>
        <p:nvSpPr>
          <p:cNvPr id="130" name="Alter">
            <a:extLst>
              <a:ext uri="{FF2B5EF4-FFF2-40B4-BE49-F238E27FC236}">
                <a16:creationId xmlns:a16="http://schemas.microsoft.com/office/drawing/2014/main" id="{F5FC5F0C-C18F-4BAA-A0B3-F18DFEB8F87B}"/>
              </a:ext>
            </a:extLst>
          </p:cNvPr>
          <p:cNvSpPr>
            <a:spLocks noGrp="1"/>
          </p:cNvSpPr>
          <p:nvPr/>
        </p:nvSpPr>
        <p:spPr>
          <a:xfrm>
            <a:off x="1002651" y="1128820"/>
            <a:ext cx="370294" cy="261610"/>
          </a:xfrm>
          <a:prstGeom prst="rect">
            <a:avLst/>
          </a:prstGeom>
          <a:ln w="3175"/>
        </p:spPr>
        <p:txBody>
          <a:bodyPr wrap="none" lIns="38100" tIns="38100" rIns="38100" bIns="38100" anchor="ctr">
            <a:spAutoFit/>
          </a:bodyPr>
          <a:lstStyle>
            <a:lvl1pPr algn="l">
              <a:buNone/>
              <a:defRPr sz="1500" b="0" spc="75">
                <a:solidFill>
                  <a:srgbClr val="FFFFFF"/>
                </a:solidFill>
                <a:latin typeface="Futura"/>
                <a:ea typeface="Futura"/>
                <a:cs typeface="Futura"/>
              </a:defRPr>
            </a:lvl1pPr>
          </a:lstStyle>
          <a:p>
            <a:r>
              <a:rPr sz="1200">
                <a:latin typeface="Arial"/>
                <a:ea typeface="Arial"/>
                <a:cs typeface="Arial"/>
              </a:rPr>
              <a:t>Bild</a:t>
            </a:r>
          </a:p>
        </p:txBody>
      </p:sp>
      <p:sp>
        <p:nvSpPr>
          <p:cNvPr id="133" name="Digitale Fähigkeiten">
            <a:extLst>
              <a:ext uri="{FF2B5EF4-FFF2-40B4-BE49-F238E27FC236}">
                <a16:creationId xmlns:a16="http://schemas.microsoft.com/office/drawing/2014/main" id="{95639156-22EA-4C71-9604-82EE6697CA59}"/>
              </a:ext>
            </a:extLst>
          </p:cNvPr>
          <p:cNvSpPr>
            <a:spLocks noGrp="1"/>
          </p:cNvSpPr>
          <p:nvPr/>
        </p:nvSpPr>
        <p:spPr>
          <a:xfrm>
            <a:off x="106044" y="3408655"/>
            <a:ext cx="19059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Digitale Fähigkeiten</a:t>
            </a:r>
          </a:p>
        </p:txBody>
      </p:sp>
      <p:sp>
        <p:nvSpPr>
          <p:cNvPr id="137" name="Digitale Fähigkeiten">
            <a:extLst>
              <a:ext uri="{FF2B5EF4-FFF2-40B4-BE49-F238E27FC236}">
                <a16:creationId xmlns:a16="http://schemas.microsoft.com/office/drawing/2014/main" id="{CC16A71D-C474-48D6-B981-443BBB56BFFC}"/>
              </a:ext>
            </a:extLst>
          </p:cNvPr>
          <p:cNvSpPr>
            <a:spLocks noGrp="1"/>
          </p:cNvSpPr>
          <p:nvPr/>
        </p:nvSpPr>
        <p:spPr>
          <a:xfrm>
            <a:off x="79877" y="5241816"/>
            <a:ext cx="1372171"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Persönlichkeit</a:t>
            </a:r>
          </a:p>
        </p:txBody>
      </p:sp>
      <p:sp>
        <p:nvSpPr>
          <p:cNvPr id="142" name="„Kurzbeschreibung in Form eines Zitats. Wie würde sich unsere Persona selbst beschreiben?“">
            <a:extLst>
              <a:ext uri="{FF2B5EF4-FFF2-40B4-BE49-F238E27FC236}">
                <a16:creationId xmlns:a16="http://schemas.microsoft.com/office/drawing/2014/main" id="{BBBCFEF8-EC0F-4D66-8148-8817A5F7ECFA}"/>
              </a:ext>
            </a:extLst>
          </p:cNvPr>
          <p:cNvSpPr>
            <a:spLocks noGrp="1"/>
          </p:cNvSpPr>
          <p:nvPr/>
        </p:nvSpPr>
        <p:spPr>
          <a:xfrm>
            <a:off x="2756202" y="158675"/>
            <a:ext cx="3887052" cy="446276"/>
          </a:xfrm>
          <a:prstGeom prst="rect">
            <a:avLst/>
          </a:prstGeom>
          <a:ln w="3175"/>
        </p:spPr>
        <p:txBody>
          <a:bodyPr wrap="square" lIns="38100" tIns="38100" rIns="38100" bIns="38100" anchor="ctr">
            <a:spAutoFit/>
          </a:bodyPr>
          <a:lstStyle>
            <a:lvl1pPr>
              <a:buNone/>
              <a:defRPr b="0">
                <a:latin typeface="Avenir Book Oblique"/>
                <a:ea typeface="Avenir Book Oblique"/>
                <a:cs typeface="Avenir Book Oblique"/>
              </a:defRPr>
            </a:lvl1pPr>
          </a:lstStyle>
          <a:p>
            <a:r>
              <a:rPr sz="1200">
                <a:latin typeface="Arial"/>
                <a:ea typeface="Arial"/>
                <a:cs typeface="Arial"/>
              </a:rPr>
              <a:t>„Ich höre auf, solange noch etwas übrig ist.“</a:t>
            </a:r>
          </a:p>
        </p:txBody>
      </p:sp>
      <p:sp>
        <p:nvSpPr>
          <p:cNvPr id="146" name="Szenario/Bio">
            <a:extLst>
              <a:ext uri="{FF2B5EF4-FFF2-40B4-BE49-F238E27FC236}">
                <a16:creationId xmlns:a16="http://schemas.microsoft.com/office/drawing/2014/main" id="{2EA78725-E414-45A0-B0B0-77706EA3C96E}"/>
              </a:ext>
            </a:extLst>
          </p:cNvPr>
          <p:cNvSpPr>
            <a:spLocks noGrp="1"/>
          </p:cNvSpPr>
          <p:nvPr/>
        </p:nvSpPr>
        <p:spPr>
          <a:xfrm>
            <a:off x="2715106" y="1356198"/>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2A108906-8453-449A-9AC4-F3A016E1F1C2}"/>
              </a:ext>
            </a:extLst>
          </p:cNvPr>
          <p:cNvSpPr>
            <a:spLocks noGrp="1"/>
          </p:cNvSpPr>
          <p:nvPr/>
        </p:nvSpPr>
        <p:spPr>
          <a:xfrm>
            <a:off x="2723544" y="1552787"/>
            <a:ext cx="3896179" cy="13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lang="de-CH" sz="1100" dirty="0">
                <a:latin typeface="Arial"/>
                <a:ea typeface="Arial"/>
                <a:cs typeface="Arial"/>
              </a:rPr>
              <a:t>Jefferson</a:t>
            </a:r>
            <a:r>
              <a:rPr sz="1100" dirty="0">
                <a:latin typeface="Arial"/>
                <a:ea typeface="Arial"/>
                <a:cs typeface="Arial"/>
              </a:rPr>
              <a:t> </a:t>
            </a:r>
            <a:r>
              <a:rPr sz="1100" dirty="0" err="1">
                <a:latin typeface="Arial"/>
                <a:ea typeface="Arial"/>
                <a:cs typeface="Arial"/>
              </a:rPr>
              <a:t>setzt</a:t>
            </a:r>
            <a:r>
              <a:rPr sz="1100" dirty="0">
                <a:latin typeface="Arial"/>
                <a:ea typeface="Arial"/>
                <a:cs typeface="Arial"/>
              </a:rPr>
              <a:t> </a:t>
            </a:r>
            <a:r>
              <a:rPr sz="1100" dirty="0" err="1">
                <a:latin typeface="Arial"/>
                <a:ea typeface="Arial"/>
                <a:cs typeface="Arial"/>
              </a:rPr>
              <a:t>sich</a:t>
            </a:r>
            <a:r>
              <a:rPr sz="1100" dirty="0">
                <a:latin typeface="Arial"/>
                <a:ea typeface="Arial"/>
                <a:cs typeface="Arial"/>
              </a:rPr>
              <a:t> </a:t>
            </a:r>
            <a:r>
              <a:rPr sz="1100" dirty="0" err="1">
                <a:latin typeface="Arial"/>
                <a:ea typeface="Arial"/>
                <a:cs typeface="Arial"/>
              </a:rPr>
              <a:t>vor</a:t>
            </a:r>
            <a:r>
              <a:rPr sz="1100" dirty="0">
                <a:latin typeface="Arial"/>
                <a:ea typeface="Arial"/>
                <a:cs typeface="Arial"/>
              </a:rPr>
              <a:t> </a:t>
            </a:r>
            <a:r>
              <a:rPr sz="1100" dirty="0" err="1">
                <a:latin typeface="Arial"/>
                <a:ea typeface="Arial"/>
                <a:cs typeface="Arial"/>
              </a:rPr>
              <a:t>jedem</a:t>
            </a:r>
            <a:r>
              <a:rPr sz="1100" dirty="0">
                <a:latin typeface="Arial"/>
                <a:ea typeface="Arial"/>
                <a:cs typeface="Arial"/>
              </a:rPr>
              <a:t> Abend </a:t>
            </a:r>
            <a:r>
              <a:rPr sz="1100" dirty="0" err="1">
                <a:latin typeface="Arial"/>
                <a:ea typeface="Arial"/>
                <a:cs typeface="Arial"/>
              </a:rPr>
              <a:t>ein</a:t>
            </a:r>
            <a:r>
              <a:rPr sz="1100" dirty="0">
                <a:latin typeface="Arial"/>
                <a:ea typeface="Arial"/>
                <a:cs typeface="Arial"/>
              </a:rPr>
              <a:t> </a:t>
            </a:r>
            <a:r>
              <a:rPr sz="1100" dirty="0" err="1">
                <a:latin typeface="Arial"/>
                <a:ea typeface="Arial"/>
                <a:cs typeface="Arial"/>
              </a:rPr>
              <a:t>festes</a:t>
            </a:r>
            <a:r>
              <a:rPr sz="1100" dirty="0">
                <a:latin typeface="Arial"/>
                <a:ea typeface="Arial"/>
                <a:cs typeface="Arial"/>
              </a:rPr>
              <a:t> Limit. Am </a:t>
            </a:r>
            <a:r>
              <a:rPr sz="1100" dirty="0" err="1">
                <a:latin typeface="Arial"/>
                <a:ea typeface="Arial"/>
                <a:cs typeface="Arial"/>
              </a:rPr>
              <a:t>Schluss</a:t>
            </a:r>
            <a:r>
              <a:rPr sz="1100" dirty="0">
                <a:latin typeface="Arial"/>
                <a:ea typeface="Arial"/>
                <a:cs typeface="Arial"/>
              </a:rPr>
              <a:t> will </a:t>
            </a:r>
            <a:r>
              <a:rPr lang="de-CH" sz="1100" dirty="0">
                <a:latin typeface="Arial"/>
                <a:ea typeface="Arial"/>
                <a:cs typeface="Arial"/>
              </a:rPr>
              <a:t>er</a:t>
            </a:r>
            <a:r>
              <a:rPr sz="1100" dirty="0">
                <a:latin typeface="Arial"/>
                <a:ea typeface="Arial"/>
                <a:cs typeface="Arial"/>
              </a:rPr>
              <a:t> schwarz auf </a:t>
            </a:r>
            <a:r>
              <a:rPr sz="1100" dirty="0" err="1">
                <a:latin typeface="Arial"/>
                <a:ea typeface="Arial"/>
                <a:cs typeface="Arial"/>
              </a:rPr>
              <a:t>weiss</a:t>
            </a:r>
            <a:r>
              <a:rPr sz="1100" dirty="0">
                <a:latin typeface="Arial"/>
                <a:ea typeface="Arial"/>
                <a:cs typeface="Arial"/>
              </a:rPr>
              <a:t> </a:t>
            </a:r>
            <a:r>
              <a:rPr sz="1100" dirty="0" err="1">
                <a:latin typeface="Arial"/>
                <a:ea typeface="Arial"/>
                <a:cs typeface="Arial"/>
              </a:rPr>
              <a:t>sehen</a:t>
            </a:r>
            <a:r>
              <a:rPr sz="1100" dirty="0">
                <a:latin typeface="Arial"/>
                <a:ea typeface="Arial"/>
                <a:cs typeface="Arial"/>
              </a:rPr>
              <a:t>, </a:t>
            </a:r>
            <a:r>
              <a:rPr sz="1100" dirty="0" err="1">
                <a:latin typeface="Arial"/>
                <a:ea typeface="Arial"/>
                <a:cs typeface="Arial"/>
              </a:rPr>
              <a:t>wie</a:t>
            </a:r>
            <a:r>
              <a:rPr sz="1100" dirty="0">
                <a:latin typeface="Arial"/>
                <a:ea typeface="Arial"/>
                <a:cs typeface="Arial"/>
              </a:rPr>
              <a:t> </a:t>
            </a:r>
            <a:r>
              <a:rPr lang="de-CH" sz="1100" dirty="0">
                <a:latin typeface="Arial"/>
                <a:ea typeface="Arial"/>
                <a:cs typeface="Arial"/>
              </a:rPr>
              <a:t>viel</a:t>
            </a:r>
            <a:r>
              <a:rPr sz="1100" dirty="0">
                <a:latin typeface="Arial"/>
                <a:ea typeface="Arial"/>
                <a:cs typeface="Arial"/>
              </a:rPr>
              <a:t> </a:t>
            </a:r>
            <a:r>
              <a:rPr lang="de-CH" sz="1100" dirty="0">
                <a:latin typeface="Arial"/>
                <a:ea typeface="Arial"/>
                <a:cs typeface="Arial"/>
              </a:rPr>
              <a:t>er</a:t>
            </a:r>
            <a:r>
              <a:rPr sz="1100" dirty="0">
                <a:latin typeface="Arial"/>
                <a:ea typeface="Arial"/>
                <a:cs typeface="Arial"/>
              </a:rPr>
              <a:t> </a:t>
            </a:r>
            <a:r>
              <a:rPr sz="1100" dirty="0" err="1">
                <a:latin typeface="Arial"/>
                <a:ea typeface="Arial"/>
                <a:cs typeface="Arial"/>
              </a:rPr>
              <a:t>eingezahlt</a:t>
            </a:r>
            <a:r>
              <a:rPr sz="1100" dirty="0">
                <a:latin typeface="Arial"/>
                <a:ea typeface="Arial"/>
                <a:cs typeface="Arial"/>
              </a:rPr>
              <a:t> und </a:t>
            </a:r>
            <a:r>
              <a:rPr sz="1100" dirty="0" err="1">
                <a:latin typeface="Arial"/>
                <a:ea typeface="Arial"/>
                <a:cs typeface="Arial"/>
              </a:rPr>
              <a:t>wie</a:t>
            </a:r>
            <a:r>
              <a:rPr sz="1100" dirty="0">
                <a:latin typeface="Arial"/>
                <a:ea typeface="Arial"/>
                <a:cs typeface="Arial"/>
              </a:rPr>
              <a:t> </a:t>
            </a:r>
            <a:r>
              <a:rPr sz="1100" dirty="0" err="1">
                <a:latin typeface="Arial"/>
                <a:ea typeface="Arial"/>
                <a:cs typeface="Arial"/>
              </a:rPr>
              <a:t>viel</a:t>
            </a:r>
            <a:r>
              <a:rPr sz="1100" dirty="0">
                <a:latin typeface="Arial"/>
                <a:ea typeface="Arial"/>
                <a:cs typeface="Arial"/>
              </a:rPr>
              <a:t> </a:t>
            </a:r>
            <a:r>
              <a:rPr lang="de-CH" sz="1100" dirty="0">
                <a:latin typeface="Arial"/>
                <a:ea typeface="Arial"/>
                <a:cs typeface="Arial"/>
              </a:rPr>
              <a:t>er</a:t>
            </a:r>
            <a:r>
              <a:rPr sz="1100" dirty="0">
                <a:latin typeface="Arial"/>
                <a:ea typeface="Arial"/>
                <a:cs typeface="Arial"/>
              </a:rPr>
              <a:t> </a:t>
            </a:r>
            <a:r>
              <a:rPr sz="1100" dirty="0" err="1">
                <a:latin typeface="Arial"/>
                <a:ea typeface="Arial"/>
                <a:cs typeface="Arial"/>
              </a:rPr>
              <a:t>herausbekommen</a:t>
            </a:r>
            <a:r>
              <a:rPr sz="1100" dirty="0">
                <a:latin typeface="Arial"/>
                <a:ea typeface="Arial"/>
                <a:cs typeface="Arial"/>
              </a:rPr>
              <a:t> hat.</a:t>
            </a:r>
            <a:endParaRPr sz="1200" dirty="0">
              <a:latin typeface="Arial"/>
              <a:ea typeface="Arial"/>
              <a:cs typeface="Arial"/>
            </a:endParaRPr>
          </a:p>
        </p:txBody>
      </p:sp>
      <p:pic>
        <p:nvPicPr>
          <p:cNvPr id="294" name="Grafik 160"/>
          <p:cNvPicPr>
            <a:picLocks noChangeAspect="1"/>
          </p:cNvPicPr>
          <p:nvPr/>
        </p:nvPicPr>
        <p:blipFill>
          <a:blip r:embed="rId14"/>
          <a:stretch>
            <a:fillRect/>
          </a:stretch>
        </p:blipFill>
        <p:spPr>
          <a:xfrm>
            <a:off x="199459" y="7886105"/>
            <a:ext cx="361188" cy="361188"/>
          </a:xfrm>
          <a:prstGeom prst="rect">
            <a:avLst/>
          </a:prstGeom>
        </p:spPr>
      </p:pic>
      <p:pic>
        <p:nvPicPr>
          <p:cNvPr id="295" name="Grafik 168"/>
          <p:cNvPicPr>
            <a:picLocks noChangeAspect="1"/>
          </p:cNvPicPr>
          <p:nvPr/>
        </p:nvPicPr>
        <p:blipFill>
          <a:blip r:embed="rId15"/>
          <a:stretch>
            <a:fillRect/>
          </a:stretch>
        </p:blipFill>
        <p:spPr>
          <a:xfrm>
            <a:off x="598262" y="7876712"/>
            <a:ext cx="361188" cy="361188"/>
          </a:xfrm>
          <a:prstGeom prst="rect">
            <a:avLst/>
          </a:prstGeom>
        </p:spPr>
      </p:pic>
      <p:sp>
        <p:nvSpPr>
          <p:cNvPr id="170" name="Digitale Fähigkeiten">
            <a:extLst>
              <a:ext uri="{FF2B5EF4-FFF2-40B4-BE49-F238E27FC236}">
                <a16:creationId xmlns:a16="http://schemas.microsoft.com/office/drawing/2014/main" id="{821DEF16-F116-4C22-BE2F-DF356BBE6A40}"/>
              </a:ext>
            </a:extLst>
          </p:cNvPr>
          <p:cNvSpPr>
            <a:spLocks noGrp="1"/>
          </p:cNvSpPr>
          <p:nvPr/>
        </p:nvSpPr>
        <p:spPr>
          <a:xfrm>
            <a:off x="100171" y="2325718"/>
            <a:ext cx="1172757"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Technologie</a:t>
            </a:r>
          </a:p>
        </p:txBody>
      </p:sp>
      <p:pic>
        <p:nvPicPr>
          <p:cNvPr id="297" name="Grafik 175"/>
          <p:cNvPicPr>
            <a:picLocks noChangeAspect="1"/>
          </p:cNvPicPr>
          <p:nvPr/>
        </p:nvPicPr>
        <p:blipFill>
          <a:blip r:embed="rId16"/>
          <a:stretch>
            <a:fillRect/>
          </a:stretch>
        </p:blipFill>
        <p:spPr>
          <a:xfrm>
            <a:off x="162886" y="2982875"/>
            <a:ext cx="361188" cy="361188"/>
          </a:xfrm>
          <a:prstGeom prst="rect">
            <a:avLst/>
          </a:prstGeom>
        </p:spPr>
      </p:pic>
      <p:pic>
        <p:nvPicPr>
          <p:cNvPr id="298" name="Grafik 176"/>
          <p:cNvPicPr>
            <a:picLocks noChangeAspect="1"/>
          </p:cNvPicPr>
          <p:nvPr/>
        </p:nvPicPr>
        <p:blipFill>
          <a:blip r:embed="rId17"/>
          <a:stretch>
            <a:fillRect/>
          </a:stretch>
        </p:blipFill>
        <p:spPr>
          <a:xfrm>
            <a:off x="682382" y="2972196"/>
            <a:ext cx="361188" cy="361188"/>
          </a:xfrm>
          <a:prstGeom prst="rect">
            <a:avLst/>
          </a:prstGeom>
        </p:spPr>
      </p:pic>
      <p:sp>
        <p:nvSpPr>
          <p:cNvPr id="178" name="Digitale Fähigkeiten">
            <a:extLst>
              <a:ext uri="{FF2B5EF4-FFF2-40B4-BE49-F238E27FC236}">
                <a16:creationId xmlns:a16="http://schemas.microsoft.com/office/drawing/2014/main" id="{82A58D85-42C8-48A9-A00B-31BE53B3F5C8}"/>
              </a:ext>
            </a:extLst>
          </p:cNvPr>
          <p:cNvSpPr>
            <a:spLocks noGrp="1"/>
          </p:cNvSpPr>
          <p:nvPr/>
        </p:nvSpPr>
        <p:spPr>
          <a:xfrm>
            <a:off x="136006" y="7552259"/>
            <a:ext cx="823944"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Browser</a:t>
            </a:r>
          </a:p>
        </p:txBody>
      </p:sp>
      <p:sp>
        <p:nvSpPr>
          <p:cNvPr id="179" name="Digitale Fähigkeiten">
            <a:extLst>
              <a:ext uri="{FF2B5EF4-FFF2-40B4-BE49-F238E27FC236}">
                <a16:creationId xmlns:a16="http://schemas.microsoft.com/office/drawing/2014/main" id="{656CB1C1-874D-46D5-BD82-E2CBE1600F4C}"/>
              </a:ext>
            </a:extLst>
          </p:cNvPr>
          <p:cNvSpPr>
            <a:spLocks noGrp="1"/>
          </p:cNvSpPr>
          <p:nvPr/>
        </p:nvSpPr>
        <p:spPr>
          <a:xfrm>
            <a:off x="128032" y="8343964"/>
            <a:ext cx="1263166" cy="292388"/>
          </a:xfrm>
          <a:prstGeom prst="rect">
            <a:avLst/>
          </a:prstGeom>
          <a:ln w="3175"/>
        </p:spPr>
        <p:txBody>
          <a:bodyPr wrap="none" lIns="38100" tIns="38100" rIns="38100" bIns="38100" anchor="ctr">
            <a:spAutoFit/>
          </a:bodyPr>
          <a:lstStyle>
            <a:lvl1pPr>
              <a:buNone/>
              <a:defRPr sz="2000" b="0" spc="100">
                <a:solidFill>
                  <a:srgbClr val="FFFFFF"/>
                </a:solidFill>
                <a:latin typeface="Futura"/>
                <a:ea typeface="Futura"/>
                <a:cs typeface="Futura"/>
              </a:defRPr>
            </a:lvl1pPr>
          </a:lstStyle>
          <a:p>
            <a:r>
              <a:rPr sz="1400">
                <a:latin typeface="Arial"/>
                <a:ea typeface="Arial"/>
                <a:cs typeface="Arial"/>
              </a:rPr>
              <a:t>Appsnutzung</a:t>
            </a:r>
          </a:p>
        </p:txBody>
      </p:sp>
      <p:sp>
        <p:nvSpPr>
          <p:cNvPr id="8" name="Szenario/Bio">
            <a:extLst>
              <a:ext uri="{FF2B5EF4-FFF2-40B4-BE49-F238E27FC236}">
                <a16:creationId xmlns:a16="http://schemas.microsoft.com/office/drawing/2014/main" id="{A18CC650-64E9-CE9D-B2CD-B8F23CF1DA62}"/>
              </a:ext>
            </a:extLst>
          </p:cNvPr>
          <p:cNvSpPr>
            <a:spLocks noGrp="1"/>
          </p:cNvSpPr>
          <p:nvPr/>
        </p:nvSpPr>
        <p:spPr>
          <a:xfrm>
            <a:off x="2702384" y="286040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rPr dirty="0" err="1"/>
              <a:t>Nutzungsgrund</a:t>
            </a:r>
            <a:endParaRPr dirty="0"/>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347DC844-66C0-EE16-5FCD-082025B9AAED}"/>
              </a:ext>
            </a:extLst>
          </p:cNvPr>
          <p:cNvSpPr>
            <a:spLocks noGrp="1"/>
          </p:cNvSpPr>
          <p:nvPr/>
        </p:nvSpPr>
        <p:spPr>
          <a:xfrm>
            <a:off x="2723544" y="3071774"/>
            <a:ext cx="3896179" cy="9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lang="de-CH" sz="1100" dirty="0">
                <a:latin typeface="Arial"/>
                <a:ea typeface="Arial"/>
                <a:cs typeface="Arial"/>
              </a:rPr>
              <a:t>Er</a:t>
            </a:r>
            <a:r>
              <a:rPr sz="1100" dirty="0">
                <a:latin typeface="Arial"/>
                <a:ea typeface="Arial"/>
                <a:cs typeface="Arial"/>
              </a:rPr>
              <a:t> will das Spiel </a:t>
            </a:r>
            <a:r>
              <a:rPr sz="1100" dirty="0" err="1">
                <a:latin typeface="Arial"/>
                <a:ea typeface="Arial"/>
                <a:cs typeface="Arial"/>
              </a:rPr>
              <a:t>sauber</a:t>
            </a:r>
            <a:r>
              <a:rPr sz="1100" dirty="0">
                <a:latin typeface="Arial"/>
                <a:ea typeface="Arial"/>
                <a:cs typeface="Arial"/>
              </a:rPr>
              <a:t> </a:t>
            </a:r>
            <a:r>
              <a:rPr sz="1100" dirty="0" err="1">
                <a:latin typeface="Arial"/>
                <a:ea typeface="Arial"/>
                <a:cs typeface="Arial"/>
              </a:rPr>
              <a:t>beenden</a:t>
            </a:r>
            <a:r>
              <a:rPr sz="1100" dirty="0">
                <a:latin typeface="Arial"/>
                <a:ea typeface="Arial"/>
                <a:cs typeface="Arial"/>
              </a:rPr>
              <a:t>, </a:t>
            </a:r>
            <a:r>
              <a:rPr sz="1100" dirty="0" err="1">
                <a:latin typeface="Arial"/>
                <a:ea typeface="Arial"/>
                <a:cs typeface="Arial"/>
              </a:rPr>
              <a:t>ihre</a:t>
            </a:r>
            <a:r>
              <a:rPr sz="1100" dirty="0">
                <a:latin typeface="Arial"/>
                <a:ea typeface="Arial"/>
                <a:cs typeface="Arial"/>
              </a:rPr>
              <a:t> </a:t>
            </a:r>
            <a:r>
              <a:rPr sz="1100" dirty="0" err="1">
                <a:latin typeface="Arial"/>
                <a:ea typeface="Arial"/>
                <a:cs typeface="Arial"/>
              </a:rPr>
              <a:t>restlichen</a:t>
            </a:r>
            <a:r>
              <a:rPr sz="1100" dirty="0">
                <a:latin typeface="Arial"/>
                <a:ea typeface="Arial"/>
                <a:cs typeface="Arial"/>
              </a:rPr>
              <a:t> Jetons </a:t>
            </a:r>
            <a:r>
              <a:rPr sz="1100" dirty="0" err="1">
                <a:latin typeface="Arial"/>
                <a:ea typeface="Arial"/>
                <a:cs typeface="Arial"/>
              </a:rPr>
              <a:t>ausbezahlt</a:t>
            </a:r>
            <a:r>
              <a:rPr sz="1100" dirty="0">
                <a:latin typeface="Arial"/>
                <a:ea typeface="Arial"/>
                <a:cs typeface="Arial"/>
              </a:rPr>
              <a:t> </a:t>
            </a:r>
            <a:r>
              <a:rPr sz="1100" dirty="0" err="1">
                <a:latin typeface="Arial"/>
                <a:ea typeface="Arial"/>
                <a:cs typeface="Arial"/>
              </a:rPr>
              <a:t>bekommen</a:t>
            </a:r>
            <a:r>
              <a:rPr sz="1100" dirty="0">
                <a:latin typeface="Arial"/>
                <a:ea typeface="Arial"/>
                <a:cs typeface="Arial"/>
              </a:rPr>
              <a:t> und </a:t>
            </a:r>
            <a:r>
              <a:rPr sz="1100" dirty="0" err="1">
                <a:latin typeface="Arial"/>
                <a:ea typeface="Arial"/>
                <a:cs typeface="Arial"/>
              </a:rPr>
              <a:t>eine</a:t>
            </a:r>
            <a:r>
              <a:rPr sz="1100" dirty="0">
                <a:latin typeface="Arial"/>
                <a:ea typeface="Arial"/>
                <a:cs typeface="Arial"/>
              </a:rPr>
              <a:t> </a:t>
            </a:r>
            <a:r>
              <a:rPr sz="1100" dirty="0" err="1">
                <a:latin typeface="Arial"/>
                <a:ea typeface="Arial"/>
                <a:cs typeface="Arial"/>
              </a:rPr>
              <a:t>nachvollziehbare</a:t>
            </a:r>
            <a:r>
              <a:rPr sz="1100" dirty="0">
                <a:latin typeface="Arial"/>
                <a:ea typeface="Arial"/>
                <a:cs typeface="Arial"/>
              </a:rPr>
              <a:t> </a:t>
            </a:r>
            <a:r>
              <a:rPr sz="1100" dirty="0" err="1">
                <a:latin typeface="Arial"/>
                <a:ea typeface="Arial"/>
                <a:cs typeface="Arial"/>
              </a:rPr>
              <a:t>Schlussbilanz</a:t>
            </a:r>
            <a:r>
              <a:rPr sz="1100" dirty="0">
                <a:latin typeface="Arial"/>
                <a:ea typeface="Arial"/>
                <a:cs typeface="Arial"/>
              </a:rPr>
              <a:t> </a:t>
            </a:r>
            <a:r>
              <a:rPr sz="1100" dirty="0" err="1">
                <a:latin typeface="Arial"/>
                <a:ea typeface="Arial"/>
                <a:cs typeface="Arial"/>
              </a:rPr>
              <a:t>erhalten</a:t>
            </a:r>
            <a:r>
              <a:rPr sz="1100" dirty="0">
                <a:latin typeface="Arial"/>
                <a:ea typeface="Arial"/>
                <a:cs typeface="Arial"/>
              </a:rPr>
              <a:t>.</a:t>
            </a:r>
            <a:endParaRPr sz="1200" dirty="0">
              <a:latin typeface="Arial"/>
              <a:ea typeface="Arial"/>
              <a:cs typeface="Arial"/>
            </a:endParaRPr>
          </a:p>
        </p:txBody>
      </p:sp>
      <p:sp>
        <p:nvSpPr>
          <p:cNvPr id="16" name="Szenario/Bio">
            <a:extLst>
              <a:ext uri="{FF2B5EF4-FFF2-40B4-BE49-F238E27FC236}">
                <a16:creationId xmlns:a16="http://schemas.microsoft.com/office/drawing/2014/main" id="{2C80E7B7-AAB0-10EE-3ACB-A3C87E2227E7}"/>
              </a:ext>
            </a:extLst>
          </p:cNvPr>
          <p:cNvSpPr>
            <a:spLocks noGrp="1"/>
          </p:cNvSpPr>
          <p:nvPr/>
        </p:nvSpPr>
        <p:spPr>
          <a:xfrm>
            <a:off x="2702383" y="5471652"/>
            <a:ext cx="1740361" cy="292388"/>
          </a:xfrm>
          <a:prstGeom prst="rect">
            <a:avLst/>
          </a:prstGeom>
          <a:ln w="3175"/>
        </p:spPr>
        <p:txBody>
          <a:bodyPr wrap="square" lIns="38100" tIns="38100" rIns="38100" bIns="38100" anchor="ctr">
            <a:spAutoFit/>
          </a:bodyPr>
          <a:lstStyle>
            <a:lvl1pPr>
              <a:buNone/>
              <a:defRPr sz="1400" b="0" spc="100">
                <a:latin typeface="Arial"/>
                <a:ea typeface="Arial"/>
                <a:cs typeface="Arial"/>
              </a:defRPr>
            </a:lvl1pPr>
          </a:lstStyle>
          <a:p>
            <a:r>
              <a:t>Anforderungen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a:ext uri="{FF2B5EF4-FFF2-40B4-BE49-F238E27FC236}">
                <a16:creationId xmlns:a16="http://schemas.microsoft.com/office/drawing/2014/main" id="{D402C09C-E8A7-5E55-4333-E50D4A51CDE6}"/>
              </a:ext>
            </a:extLst>
          </p:cNvPr>
          <p:cNvSpPr>
            <a:spLocks noGrp="1"/>
          </p:cNvSpPr>
          <p:nvPr/>
        </p:nvSpPr>
        <p:spPr>
          <a:xfrm>
            <a:off x="2747075" y="5764040"/>
            <a:ext cx="3896179" cy="3000000"/>
          </a:xfrm>
          <a:prstGeom prst="rect">
            <a:avLst/>
          </a:prstGeom>
          <a:ln w="3175"/>
        </p:spPr>
        <p:txBody>
          <a:bodyPr wrap="square" lIns="38100" tIns="38100" rIns="38100" bIns="38100" anchor="t">
            <a:noAutofit/>
          </a:bodyPr>
          <a:lstStyle>
            <a:lvl1pPr algn="l">
              <a:buNone/>
              <a:defRPr sz="1600" b="0">
                <a:latin typeface="Avenir Book"/>
                <a:ea typeface="Avenir Book"/>
                <a:cs typeface="Avenir Book"/>
              </a:defRPr>
            </a:lvl1pPr>
          </a:lstStyle>
          <a:p>
            <a:r>
              <a:rPr sz="1000" dirty="0">
                <a:latin typeface="Arial"/>
                <a:ea typeface="Arial"/>
                <a:cs typeface="Arial"/>
              </a:rPr>
              <a:t>US-00</a:t>
            </a:r>
            <a:r>
              <a:rPr lang="de-CH" sz="1000" dirty="0">
                <a:latin typeface="Arial"/>
                <a:ea typeface="Arial"/>
                <a:cs typeface="Arial"/>
              </a:rPr>
              <a:t>6</a:t>
            </a:r>
            <a:r>
              <a:rPr sz="1000" dirty="0">
                <a:latin typeface="Arial"/>
                <a:ea typeface="Arial"/>
                <a:cs typeface="Arial"/>
              </a:rPr>
              <a:t>: Als Spieler </a:t>
            </a:r>
            <a:r>
              <a:rPr sz="1000" dirty="0" err="1">
                <a:latin typeface="Arial"/>
                <a:ea typeface="Arial"/>
                <a:cs typeface="Arial"/>
              </a:rPr>
              <a:t>möchte</a:t>
            </a:r>
            <a:r>
              <a:rPr sz="1000" dirty="0">
                <a:latin typeface="Arial"/>
                <a:ea typeface="Arial"/>
                <a:cs typeface="Arial"/>
              </a:rPr>
              <a:t> ich das Casino </a:t>
            </a:r>
            <a:r>
              <a:rPr sz="1000" dirty="0" err="1">
                <a:latin typeface="Arial"/>
                <a:ea typeface="Arial"/>
                <a:cs typeface="Arial"/>
              </a:rPr>
              <a:t>verlassen</a:t>
            </a:r>
            <a:r>
              <a:rPr sz="1000" dirty="0">
                <a:latin typeface="Arial"/>
                <a:ea typeface="Arial"/>
                <a:cs typeface="Arial"/>
              </a:rPr>
              <a:t> und </a:t>
            </a:r>
            <a:r>
              <a:rPr sz="1000" dirty="0" err="1">
                <a:latin typeface="Arial"/>
                <a:ea typeface="Arial"/>
                <a:cs typeface="Arial"/>
              </a:rPr>
              <a:t>meine</a:t>
            </a:r>
            <a:r>
              <a:rPr sz="1000" dirty="0">
                <a:latin typeface="Arial"/>
                <a:ea typeface="Arial"/>
                <a:cs typeface="Arial"/>
              </a:rPr>
              <a:t> </a:t>
            </a:r>
            <a:r>
              <a:rPr sz="1000" dirty="0" err="1">
                <a:latin typeface="Arial"/>
                <a:ea typeface="Arial"/>
                <a:cs typeface="Arial"/>
              </a:rPr>
              <a:t>restlichen</a:t>
            </a:r>
            <a:r>
              <a:rPr sz="1000" dirty="0">
                <a:latin typeface="Arial"/>
                <a:ea typeface="Arial"/>
                <a:cs typeface="Arial"/>
              </a:rPr>
              <a:t> Jetons </a:t>
            </a:r>
            <a:r>
              <a:rPr sz="1000" dirty="0" err="1">
                <a:latin typeface="Arial"/>
                <a:ea typeface="Arial"/>
                <a:cs typeface="Arial"/>
              </a:rPr>
              <a:t>auszahlen</a:t>
            </a:r>
            <a:r>
              <a:rPr sz="1000" dirty="0">
                <a:latin typeface="Arial"/>
                <a:ea typeface="Arial"/>
                <a:cs typeface="Arial"/>
              </a:rPr>
              <a:t> </a:t>
            </a:r>
            <a:r>
              <a:rPr sz="1000" dirty="0" err="1">
                <a:latin typeface="Arial"/>
                <a:ea typeface="Arial"/>
                <a:cs typeface="Arial"/>
              </a:rPr>
              <a:t>lassen</a:t>
            </a:r>
            <a:r>
              <a:rPr sz="1000" dirty="0">
                <a:latin typeface="Arial"/>
                <a:ea typeface="Arial"/>
                <a:cs typeface="Arial"/>
              </a:rPr>
              <a:t>, </a:t>
            </a:r>
            <a:r>
              <a:rPr sz="1000" dirty="0" err="1">
                <a:latin typeface="Arial"/>
                <a:ea typeface="Arial"/>
                <a:cs typeface="Arial"/>
              </a:rPr>
              <a:t>damit</a:t>
            </a:r>
            <a:r>
              <a:rPr sz="1000" dirty="0">
                <a:latin typeface="Arial"/>
                <a:ea typeface="Arial"/>
                <a:cs typeface="Arial"/>
              </a:rPr>
              <a:t> ich </a:t>
            </a:r>
            <a:r>
              <a:rPr sz="1000" dirty="0" err="1">
                <a:latin typeface="Arial"/>
                <a:ea typeface="Arial"/>
                <a:cs typeface="Arial"/>
              </a:rPr>
              <a:t>mit</a:t>
            </a:r>
            <a:r>
              <a:rPr sz="1000" dirty="0">
                <a:latin typeface="Arial"/>
                <a:ea typeface="Arial"/>
                <a:cs typeface="Arial"/>
              </a:rPr>
              <a:t> dem </a:t>
            </a:r>
            <a:r>
              <a:rPr sz="1000" dirty="0" err="1">
                <a:latin typeface="Arial"/>
                <a:ea typeface="Arial"/>
                <a:cs typeface="Arial"/>
              </a:rPr>
              <a:t>gehe</a:t>
            </a:r>
            <a:r>
              <a:rPr sz="1000" dirty="0">
                <a:latin typeface="Arial"/>
                <a:ea typeface="Arial"/>
                <a:cs typeface="Arial"/>
              </a:rPr>
              <a:t>, was </a:t>
            </a:r>
            <a:r>
              <a:rPr sz="1000" dirty="0" err="1">
                <a:latin typeface="Arial"/>
                <a:ea typeface="Arial"/>
                <a:cs typeface="Arial"/>
              </a:rPr>
              <a:t>noch</a:t>
            </a:r>
            <a:r>
              <a:rPr sz="1000" dirty="0">
                <a:latin typeface="Arial"/>
                <a:ea typeface="Arial"/>
                <a:cs typeface="Arial"/>
              </a:rPr>
              <a:t> </a:t>
            </a:r>
            <a:r>
              <a:rPr sz="1000" dirty="0" err="1">
                <a:latin typeface="Arial"/>
                <a:ea typeface="Arial"/>
                <a:cs typeface="Arial"/>
              </a:rPr>
              <a:t>übrig</a:t>
            </a:r>
            <a:r>
              <a:rPr sz="1000" dirty="0">
                <a:latin typeface="Arial"/>
                <a:ea typeface="Arial"/>
                <a:cs typeface="Arial"/>
              </a:rPr>
              <a:t> </a:t>
            </a:r>
            <a:r>
              <a:rPr sz="1000" dirty="0" err="1">
                <a:latin typeface="Arial"/>
                <a:ea typeface="Arial"/>
                <a:cs typeface="Arial"/>
              </a:rPr>
              <a:t>ist</a:t>
            </a:r>
            <a:r>
              <a:rPr sz="1000" dirty="0">
                <a:latin typeface="Arial"/>
                <a:ea typeface="Arial"/>
                <a:cs typeface="Arial"/>
              </a:rPr>
              <a:t>.
</a:t>
            </a:r>
            <a:r>
              <a:rPr sz="1000" dirty="0" err="1">
                <a:latin typeface="Arial"/>
                <a:ea typeface="Arial"/>
                <a:cs typeface="Arial"/>
              </a:rPr>
              <a:t>Akzeptanz</a:t>
            </a:r>
            <a:r>
              <a:rPr sz="1000" dirty="0">
                <a:latin typeface="Arial"/>
                <a:ea typeface="Arial"/>
                <a:cs typeface="Arial"/>
              </a:rPr>
              <a:t>: «</a:t>
            </a:r>
            <a:r>
              <a:rPr sz="1000" dirty="0" err="1">
                <a:latin typeface="Arial"/>
                <a:ea typeface="Arial"/>
                <a:cs typeface="Arial"/>
              </a:rPr>
              <a:t>Aufhören</a:t>
            </a:r>
            <a:r>
              <a:rPr sz="1000" dirty="0">
                <a:latin typeface="Arial"/>
                <a:ea typeface="Arial"/>
                <a:cs typeface="Arial"/>
              </a:rPr>
              <a:t>» </a:t>
            </a:r>
            <a:r>
              <a:rPr sz="1000" dirty="0" err="1">
                <a:latin typeface="Arial"/>
                <a:ea typeface="Arial"/>
                <a:cs typeface="Arial"/>
              </a:rPr>
              <a:t>beendet</a:t>
            </a:r>
            <a:r>
              <a:rPr sz="1000" dirty="0">
                <a:latin typeface="Arial"/>
                <a:ea typeface="Arial"/>
                <a:cs typeface="Arial"/>
              </a:rPr>
              <a:t> das </a:t>
            </a:r>
            <a:r>
              <a:rPr sz="1000" dirty="0" err="1">
                <a:latin typeface="Arial"/>
                <a:ea typeface="Arial"/>
                <a:cs typeface="Arial"/>
              </a:rPr>
              <a:t>Programm</a:t>
            </a:r>
            <a:r>
              <a:rPr sz="1000" dirty="0">
                <a:latin typeface="Arial"/>
                <a:ea typeface="Arial"/>
                <a:cs typeface="Arial"/>
              </a:rPr>
              <a:t> </a:t>
            </a:r>
            <a:r>
              <a:rPr sz="1000" dirty="0" err="1">
                <a:latin typeface="Arial"/>
                <a:ea typeface="Arial"/>
                <a:cs typeface="Arial"/>
              </a:rPr>
              <a:t>ohne</a:t>
            </a:r>
            <a:r>
              <a:rPr sz="1000" dirty="0">
                <a:latin typeface="Arial"/>
                <a:ea typeface="Arial"/>
                <a:cs typeface="Arial"/>
              </a:rPr>
              <a:t> </a:t>
            </a:r>
            <a:r>
              <a:rPr sz="1000" dirty="0" err="1">
                <a:latin typeface="Arial"/>
                <a:ea typeface="Arial"/>
                <a:cs typeface="Arial"/>
              </a:rPr>
              <a:t>Absturz</a:t>
            </a:r>
            <a:r>
              <a:rPr sz="1000" dirty="0">
                <a:latin typeface="Arial"/>
                <a:ea typeface="Arial"/>
                <a:cs typeface="Arial"/>
              </a:rPr>
              <a:t>; die Bilanz </a:t>
            </a:r>
            <a:r>
              <a:rPr sz="1000" dirty="0" err="1">
                <a:latin typeface="Arial"/>
                <a:ea typeface="Arial"/>
                <a:cs typeface="Arial"/>
              </a:rPr>
              <a:t>zeigt</a:t>
            </a:r>
            <a:r>
              <a:rPr sz="1000" dirty="0">
                <a:latin typeface="Arial"/>
                <a:ea typeface="Arial"/>
                <a:cs typeface="Arial"/>
              </a:rPr>
              <a:t> </a:t>
            </a:r>
            <a:r>
              <a:rPr sz="1000" dirty="0" err="1">
                <a:latin typeface="Arial"/>
                <a:ea typeface="Arial"/>
                <a:cs typeface="Arial"/>
              </a:rPr>
              <a:t>Einzahlung</a:t>
            </a:r>
            <a:r>
              <a:rPr sz="1000" dirty="0">
                <a:latin typeface="Arial"/>
                <a:ea typeface="Arial"/>
                <a:cs typeface="Arial"/>
              </a:rPr>
              <a:t>, </a:t>
            </a:r>
            <a:r>
              <a:rPr sz="1000" dirty="0" err="1">
                <a:latin typeface="Arial"/>
                <a:ea typeface="Arial"/>
                <a:cs typeface="Arial"/>
              </a:rPr>
              <a:t>Endstand</a:t>
            </a:r>
            <a:r>
              <a:rPr sz="1000" dirty="0">
                <a:latin typeface="Arial"/>
                <a:ea typeface="Arial"/>
                <a:cs typeface="Arial"/>
              </a:rPr>
              <a:t> und </a:t>
            </a:r>
            <a:r>
              <a:rPr sz="1000" dirty="0" err="1">
                <a:latin typeface="Arial"/>
                <a:ea typeface="Arial"/>
                <a:cs typeface="Arial"/>
              </a:rPr>
              <a:t>Differenz</a:t>
            </a:r>
            <a:r>
              <a:rPr sz="1000" dirty="0">
                <a:latin typeface="Arial"/>
                <a:ea typeface="Arial"/>
                <a:cs typeface="Arial"/>
              </a:rPr>
              <a:t>; </a:t>
            </a:r>
            <a:r>
              <a:rPr sz="1000" dirty="0" err="1">
                <a:latin typeface="Arial"/>
                <a:ea typeface="Arial"/>
                <a:cs typeface="Arial"/>
              </a:rPr>
              <a:t>während</a:t>
            </a:r>
            <a:r>
              <a:rPr sz="1000" dirty="0">
                <a:latin typeface="Arial"/>
                <a:ea typeface="Arial"/>
                <a:cs typeface="Arial"/>
              </a:rPr>
              <a:t> </a:t>
            </a:r>
            <a:r>
              <a:rPr sz="1000" dirty="0" err="1">
                <a:latin typeface="Arial"/>
                <a:ea typeface="Arial"/>
                <a:cs typeface="Arial"/>
              </a:rPr>
              <a:t>einer</a:t>
            </a:r>
            <a:r>
              <a:rPr sz="1000" dirty="0">
                <a:latin typeface="Arial"/>
                <a:ea typeface="Arial"/>
                <a:cs typeface="Arial"/>
              </a:rPr>
              <a:t> </a:t>
            </a:r>
            <a:r>
              <a:rPr sz="1000" dirty="0" err="1">
                <a:latin typeface="Arial"/>
                <a:ea typeface="Arial"/>
                <a:cs typeface="Arial"/>
              </a:rPr>
              <a:t>laufenden</a:t>
            </a:r>
            <a:r>
              <a:rPr sz="1000" dirty="0">
                <a:latin typeface="Arial"/>
                <a:ea typeface="Arial"/>
                <a:cs typeface="Arial"/>
              </a:rPr>
              <a:t> Runde nicht </a:t>
            </a:r>
            <a:r>
              <a:rPr sz="1000" dirty="0" err="1">
                <a:latin typeface="Arial"/>
                <a:ea typeface="Arial"/>
                <a:cs typeface="Arial"/>
              </a:rPr>
              <a:t>wählbar</a:t>
            </a:r>
            <a:r>
              <a:rPr sz="1000" dirty="0">
                <a:latin typeface="Arial"/>
                <a:ea typeface="Arial"/>
                <a:cs typeface="Arial"/>
              </a:rPr>
              <a:t>.</a:t>
            </a:r>
            <a:endParaRPr sz="1200" dirty="0">
              <a:latin typeface="Arial"/>
              <a:ea typeface="Arial"/>
              <a:cs typeface="Arial"/>
            </a:endParaRPr>
          </a:p>
        </p:txBody>
      </p:sp>
      <p:pic>
        <p:nvPicPr>
          <p:cNvPr id="3" name="Grafik 2">
            <a:extLst>
              <a:ext uri="{FF2B5EF4-FFF2-40B4-BE49-F238E27FC236}">
                <a16:creationId xmlns:a16="http://schemas.microsoft.com/office/drawing/2014/main" id="{E6A12AE8-2670-4A1C-DDFA-3AE083962133}"/>
              </a:ext>
            </a:extLst>
          </p:cNvPr>
          <p:cNvPicPr>
            <a:picLocks noChangeAspect="1"/>
          </p:cNvPicPr>
          <p:nvPr/>
        </p:nvPicPr>
        <p:blipFill>
          <a:blip r:embed="rId18"/>
          <a:stretch>
            <a:fillRect/>
          </a:stretch>
        </p:blipFill>
        <p:spPr>
          <a:xfrm>
            <a:off x="381629" y="13820"/>
            <a:ext cx="1549548" cy="1428970"/>
          </a:xfrm>
          <a:prstGeom prst="rect">
            <a:avLst/>
          </a:prstGeom>
        </p:spPr>
      </p:pic>
    </p:spTree>
    <p:extLst>
      <p:ext uri="{BB962C8B-B14F-4D97-AF65-F5344CB8AC3E}">
        <p14:creationId xmlns:p14="http://schemas.microsoft.com/office/powerpoint/2010/main" val="401872291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1054</Words>
  <Application>Microsoft Office PowerPoint</Application>
  <DocSecurity>0</DocSecurity>
  <PresentationFormat>A4-Papier (210 x 297 mm)</PresentationFormat>
  <Paragraphs>246</Paragraphs>
  <Slides>6</Slides>
  <Notes>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Arial</vt:lpstr>
      <vt:lpstr>Calibri</vt:lpstr>
      <vt:lpstr>Calibri Light</vt:lpstr>
      <vt:lpstr>Office</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Dominic Noël Felder</cp:lastModifiedBy>
  <cp:revision>3</cp:revision>
  <dcterms:created xsi:type="dcterms:W3CDTF">2026-09-02T12:31:33Z</dcterms:created>
  <dcterms:modified xsi:type="dcterms:W3CDTF">2026-09-17T08:02:55Z</dcterms:modified>
</cp:coreProperties>
</file>