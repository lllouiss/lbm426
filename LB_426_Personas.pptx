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6858000" cy="9906000" type="A4"/>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FDF5FE-17E7-0124-1F18-581FE0883E4C}" name="Fabrice.Thut" initials="F" userId="S::Fabrice.Thut@bbbaden.ch::7797283b-deb2-4095-a23a-9534c889f14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0" d="100"/>
          <a:sy n="60" d="100"/>
        </p:scale>
        <p:origin x="1888" y="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24B0-3382-4953-AC73-8A8042C6E823}"/>
              </a:ext>
            </a:extLst>
          </p:cNvPr>
          <p:cNvSpPr>
            <a:spLocks noGrp="1"/>
          </p:cNvSpPr>
          <p:nvPr>
            <p:ph type="ctrTitle"/>
          </p:nvPr>
        </p:nvSpPr>
        <p:spPr>
          <a:xfrm>
            <a:off x="514350" y="1621191"/>
            <a:ext cx="5829300" cy="3448756"/>
          </a:xfrm>
        </p:spPr>
        <p:txBody>
          <a:bodyPr anchor="b"/>
          <a:lstStyle>
            <a:lvl1pPr algn="ctr">
              <a:buNone/>
              <a:defRPr sz="4500"/>
            </a:lvl1pPr>
          </a:lstStyle>
          <a:p>
            <a:r>
              <a:t>Mastertitelformat bearbeiten</a:t>
            </a:r>
          </a:p>
        </p:txBody>
      </p:sp>
      <p:sp>
        <p:nvSpPr>
          <p:cNvPr id="3" name="Subtitle 2">
            <a:extLst>
              <a:ext uri="{FF2B5EF4-FFF2-40B4-BE49-F238E27FC236}">
                <a16:creationId xmlns:a16="http://schemas.microsoft.com/office/drawing/2014/main" id="{C86025B7-1FA4-4221-B6F5-E51FB809DB7A}"/>
              </a:ext>
            </a:extLst>
          </p:cNvPr>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t>Master-Untertitelformat bearbeiten</a:t>
            </a:r>
          </a:p>
        </p:txBody>
      </p:sp>
      <p:sp>
        <p:nvSpPr>
          <p:cNvPr id="4" name="Date Placeholder 3">
            <a:extLst>
              <a:ext uri="{FF2B5EF4-FFF2-40B4-BE49-F238E27FC236}">
                <a16:creationId xmlns:a16="http://schemas.microsoft.com/office/drawing/2014/main" id="{56D03140-5B09-466D-8017-8194576381C4}"/>
              </a:ext>
            </a:extLst>
          </p:cNvPr>
          <p:cNvSpPr>
            <a:spLocks noGrp="1"/>
          </p:cNvSpPr>
          <p:nvPr>
            <p:ph type="dt" idx="10"/>
          </p:nvPr>
        </p:nvSpPr>
        <p:spPr/>
        <p:txBody>
          <a:body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CFCDA5D4-E0BE-40CE-BEE5-A19DF09B193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623F265-D100-4679-BDDC-D014C3E84DEB}"/>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2BF4A-1F8A-44F3-8AC4-5F6981A15FD8}"/>
              </a:ext>
            </a:extLst>
          </p:cNvPr>
          <p:cNvSpPr>
            <a:spLocks noGrp="1"/>
          </p:cNvSpPr>
          <p:nvPr>
            <p:ph type="title"/>
          </p:nvPr>
        </p:nvSpPr>
        <p:spPr/>
        <p:txBody>
          <a:bodyPr/>
          <a:lstStyle/>
          <a:p>
            <a:r>
              <a:t>Mastertitelformat bearbeiten</a:t>
            </a:r>
          </a:p>
        </p:txBody>
      </p:sp>
      <p:sp>
        <p:nvSpPr>
          <p:cNvPr id="3" name="Content Placeholder 2">
            <a:extLst>
              <a:ext uri="{FF2B5EF4-FFF2-40B4-BE49-F238E27FC236}">
                <a16:creationId xmlns:a16="http://schemas.microsoft.com/office/drawing/2014/main" id="{8CD63B9A-B044-49DA-A1FE-089C486C7249}"/>
              </a:ext>
            </a:extLst>
          </p:cNvPr>
          <p:cNvSpPr>
            <a:spLocks noGrp="1"/>
          </p:cNvSpPr>
          <p:nvPr>
            <p:ph idx="1"/>
          </p:nvPr>
        </p:nvSpPr>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63CF8C6D-11F5-49F1-BAC5-1E509E8F553A}"/>
              </a:ext>
            </a:extLst>
          </p:cNvPr>
          <p:cNvSpPr>
            <a:spLocks noGrp="1"/>
          </p:cNvSpPr>
          <p:nvPr>
            <p:ph type="dt" idx="10"/>
          </p:nvPr>
        </p:nvSpPr>
        <p:spPr/>
        <p:txBody>
          <a:body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27E98B25-7765-4E3D-A181-19EB92EFDE6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30A8DC9-F997-4E60-8217-3D8BC330D15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5BD39-4E81-4068-B6B5-BD1AC61FEB40}"/>
              </a:ext>
            </a:extLst>
          </p:cNvPr>
          <p:cNvSpPr>
            <a:spLocks noGrp="1"/>
          </p:cNvSpPr>
          <p:nvPr>
            <p:ph type="title"/>
          </p:nvPr>
        </p:nvSpPr>
        <p:spPr>
          <a:xfrm>
            <a:off x="467916" y="2469624"/>
            <a:ext cx="5915025" cy="4120620"/>
          </a:xfrm>
        </p:spPr>
        <p:txBody>
          <a:bodyPr anchor="b"/>
          <a:lstStyle>
            <a:lvl1pPr>
              <a:buNone/>
              <a:defRPr sz="4500"/>
            </a:lvl1pPr>
          </a:lstStyle>
          <a:p>
            <a:r>
              <a:t>Mastertitelformat bearbeiten</a:t>
            </a:r>
          </a:p>
        </p:txBody>
      </p:sp>
      <p:sp>
        <p:nvSpPr>
          <p:cNvPr id="3" name="Text Placeholder 2">
            <a:extLst>
              <a:ext uri="{FF2B5EF4-FFF2-40B4-BE49-F238E27FC236}">
                <a16:creationId xmlns:a16="http://schemas.microsoft.com/office/drawing/2014/main" id="{27AEA3A9-EC41-4AA1-A3BD-4F1BCF355C44}"/>
              </a:ext>
            </a:extLst>
          </p:cNvPr>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buNone/>
            </a:pPr>
            <a:r>
              <a:t>Mastertextformat bearbeiten</a:t>
            </a:r>
          </a:p>
        </p:txBody>
      </p:sp>
      <p:sp>
        <p:nvSpPr>
          <p:cNvPr id="4" name="Date Placeholder 3">
            <a:extLst>
              <a:ext uri="{FF2B5EF4-FFF2-40B4-BE49-F238E27FC236}">
                <a16:creationId xmlns:a16="http://schemas.microsoft.com/office/drawing/2014/main" id="{5DB871D8-A0E4-457D-A480-55F5F64DDB3B}"/>
              </a:ext>
            </a:extLst>
          </p:cNvPr>
          <p:cNvSpPr>
            <a:spLocks noGrp="1"/>
          </p:cNvSpPr>
          <p:nvPr>
            <p:ph type="dt" idx="10"/>
          </p:nvPr>
        </p:nvSpPr>
        <p:spPr/>
        <p:txBody>
          <a:body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F5EFC711-A396-41B3-87F3-368FA17EAF1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7BC6828-4224-4595-8141-F661671896BF}"/>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1DB3A-638C-48FC-BC51-B26F6E1E008C}"/>
              </a:ext>
            </a:extLst>
          </p:cNvPr>
          <p:cNvSpPr>
            <a:spLocks noGrp="1"/>
          </p:cNvSpPr>
          <p:nvPr>
            <p:ph type="title"/>
          </p:nvPr>
        </p:nvSpPr>
        <p:spPr/>
        <p:txBody>
          <a:bodyPr/>
          <a:lstStyle/>
          <a:p>
            <a:r>
              <a:t>Mastertitelformat bearbeiten</a:t>
            </a:r>
          </a:p>
        </p:txBody>
      </p:sp>
      <p:sp>
        <p:nvSpPr>
          <p:cNvPr id="3" name="Content Placeholder 2">
            <a:extLst>
              <a:ext uri="{FF2B5EF4-FFF2-40B4-BE49-F238E27FC236}">
                <a16:creationId xmlns:a16="http://schemas.microsoft.com/office/drawing/2014/main" id="{944A1C15-93BA-4E56-9843-089FB627CC4F}"/>
              </a:ext>
            </a:extLst>
          </p:cNvPr>
          <p:cNvSpPr>
            <a:spLocks noGrp="1"/>
          </p:cNvSpPr>
          <p:nvPr>
            <p:ph idx="1"/>
          </p:nvPr>
        </p:nvSpPr>
        <p:spPr>
          <a:xfrm>
            <a:off x="471488" y="2637014"/>
            <a:ext cx="2914650" cy="6285266"/>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Content Placeholder 3">
            <a:extLst>
              <a:ext uri="{FF2B5EF4-FFF2-40B4-BE49-F238E27FC236}">
                <a16:creationId xmlns:a16="http://schemas.microsoft.com/office/drawing/2014/main" id="{15A8A6A8-36DE-484B-900E-916FFEF52F3C}"/>
              </a:ext>
            </a:extLst>
          </p:cNvPr>
          <p:cNvSpPr>
            <a:spLocks noGrp="1"/>
          </p:cNvSpPr>
          <p:nvPr>
            <p:ph idx="2"/>
          </p:nvPr>
        </p:nvSpPr>
        <p:spPr>
          <a:xfrm>
            <a:off x="3471863" y="2637014"/>
            <a:ext cx="2914650" cy="6285266"/>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5" name="Date Placeholder 4">
            <a:extLst>
              <a:ext uri="{FF2B5EF4-FFF2-40B4-BE49-F238E27FC236}">
                <a16:creationId xmlns:a16="http://schemas.microsoft.com/office/drawing/2014/main" id="{411887A2-3C06-4249-9170-791233FC5FF2}"/>
              </a:ext>
            </a:extLst>
          </p:cNvPr>
          <p:cNvSpPr>
            <a:spLocks noGrp="1"/>
          </p:cNvSpPr>
          <p:nvPr>
            <p:ph type="dt" idx="10"/>
          </p:nvPr>
        </p:nvSpPr>
        <p:spPr/>
        <p:txBody>
          <a:bodyPr/>
          <a:lstStyle/>
          <a:p>
            <a:fld id="{DB8FDF6C-9B07-4782-AA2B-07EAA2872B3C}" type="datetimeFigureOut">
              <a:t>17.09.2026</a:t>
            </a:fld>
            <a:endParaRPr/>
          </a:p>
        </p:txBody>
      </p:sp>
      <p:sp>
        <p:nvSpPr>
          <p:cNvPr id="6" name="Footer Placeholder 5">
            <a:extLst>
              <a:ext uri="{FF2B5EF4-FFF2-40B4-BE49-F238E27FC236}">
                <a16:creationId xmlns:a16="http://schemas.microsoft.com/office/drawing/2014/main" id="{FBF221FF-DFDB-4924-B4D5-74E4EA5D5CE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9269C2D0-7814-4721-A553-08CBF28903A1}"/>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8DCA3-D61E-4CA7-90FF-8F1E772C7891}"/>
              </a:ext>
            </a:extLst>
          </p:cNvPr>
          <p:cNvSpPr>
            <a:spLocks noGrp="1"/>
          </p:cNvSpPr>
          <p:nvPr>
            <p:ph type="title"/>
          </p:nvPr>
        </p:nvSpPr>
        <p:spPr>
          <a:xfrm>
            <a:off x="472381" y="527405"/>
            <a:ext cx="5915025" cy="1914702"/>
          </a:xfrm>
        </p:spPr>
        <p:txBody>
          <a:bodyPr/>
          <a:lstStyle/>
          <a:p>
            <a:r>
              <a:t>Mastertitelformat bearbeiten</a:t>
            </a:r>
          </a:p>
        </p:txBody>
      </p:sp>
      <p:sp>
        <p:nvSpPr>
          <p:cNvPr id="3" name="Text Placeholder 2">
            <a:extLst>
              <a:ext uri="{FF2B5EF4-FFF2-40B4-BE49-F238E27FC236}">
                <a16:creationId xmlns:a16="http://schemas.microsoft.com/office/drawing/2014/main" id="{47472B90-E713-4DF8-BDB8-83ABE72EF994}"/>
              </a:ext>
            </a:extLst>
          </p:cNvPr>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Mastertextformat bearbeiten</a:t>
            </a:r>
          </a:p>
        </p:txBody>
      </p:sp>
      <p:sp>
        <p:nvSpPr>
          <p:cNvPr id="4" name="Content Placeholder 3">
            <a:extLst>
              <a:ext uri="{FF2B5EF4-FFF2-40B4-BE49-F238E27FC236}">
                <a16:creationId xmlns:a16="http://schemas.microsoft.com/office/drawing/2014/main" id="{C0FEA746-73F6-4F64-B4A7-F3FA22D29C92}"/>
              </a:ext>
            </a:extLst>
          </p:cNvPr>
          <p:cNvSpPr>
            <a:spLocks noGrp="1"/>
          </p:cNvSpPr>
          <p:nvPr>
            <p:ph idx="2"/>
          </p:nvPr>
        </p:nvSpPr>
        <p:spPr>
          <a:xfrm>
            <a:off x="472381" y="3618442"/>
            <a:ext cx="2901255" cy="5322183"/>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5" name="Text Placeholder 4">
            <a:extLst>
              <a:ext uri="{FF2B5EF4-FFF2-40B4-BE49-F238E27FC236}">
                <a16:creationId xmlns:a16="http://schemas.microsoft.com/office/drawing/2014/main" id="{57B5D630-6EF3-4FF9-9561-47F3A11259E2}"/>
              </a:ext>
            </a:extLst>
          </p:cNvPr>
          <p:cNvSpPr>
            <a:spLocks noGrp="1"/>
          </p:cNvSpPr>
          <p:nvPr>
            <p:ph type="body"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Mastertextformat bearbeiten</a:t>
            </a:r>
          </a:p>
        </p:txBody>
      </p:sp>
      <p:sp>
        <p:nvSpPr>
          <p:cNvPr id="6" name="Content Placeholder 5">
            <a:extLst>
              <a:ext uri="{FF2B5EF4-FFF2-40B4-BE49-F238E27FC236}">
                <a16:creationId xmlns:a16="http://schemas.microsoft.com/office/drawing/2014/main" id="{C710A4C5-EF0B-49EA-A276-EB0E379BB0C5}"/>
              </a:ext>
            </a:extLst>
          </p:cNvPr>
          <p:cNvSpPr>
            <a:spLocks noGrp="1"/>
          </p:cNvSpPr>
          <p:nvPr>
            <p:ph idx="4"/>
          </p:nvPr>
        </p:nvSpPr>
        <p:spPr>
          <a:xfrm>
            <a:off x="3471863" y="3618442"/>
            <a:ext cx="2915543" cy="5322183"/>
          </a:xfrm>
        </p:spPr>
        <p:txBody>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7" name="Date Placeholder 6">
            <a:extLst>
              <a:ext uri="{FF2B5EF4-FFF2-40B4-BE49-F238E27FC236}">
                <a16:creationId xmlns:a16="http://schemas.microsoft.com/office/drawing/2014/main" id="{9E5CEEB4-C7F8-477C-AEA6-0DBDDAA09826}"/>
              </a:ext>
            </a:extLst>
          </p:cNvPr>
          <p:cNvSpPr>
            <a:spLocks noGrp="1"/>
          </p:cNvSpPr>
          <p:nvPr>
            <p:ph type="dt" idx="10"/>
          </p:nvPr>
        </p:nvSpPr>
        <p:spPr/>
        <p:txBody>
          <a:bodyPr/>
          <a:lstStyle/>
          <a:p>
            <a:fld id="{DB8FDF6C-9B07-4782-AA2B-07EAA2872B3C}" type="datetimeFigureOut">
              <a:t>17.09.2026</a:t>
            </a:fld>
            <a:endParaRPr/>
          </a:p>
        </p:txBody>
      </p:sp>
      <p:sp>
        <p:nvSpPr>
          <p:cNvPr id="8" name="Footer Placeholder 7">
            <a:extLst>
              <a:ext uri="{FF2B5EF4-FFF2-40B4-BE49-F238E27FC236}">
                <a16:creationId xmlns:a16="http://schemas.microsoft.com/office/drawing/2014/main" id="{99370C7A-4003-4DC6-B2D2-9708410980E7}"/>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89E2412-42E2-48A5-B4C6-6786EFE955D9}"/>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959F7-8D57-4449-A754-45883683FFAE}"/>
              </a:ext>
            </a:extLst>
          </p:cNvPr>
          <p:cNvSpPr>
            <a:spLocks noGrp="1"/>
          </p:cNvSpPr>
          <p:nvPr>
            <p:ph type="title"/>
          </p:nvPr>
        </p:nvSpPr>
        <p:spPr/>
        <p:txBody>
          <a:bodyPr/>
          <a:lstStyle/>
          <a:p>
            <a:r>
              <a:t>Mastertitelformat bearbeiten</a:t>
            </a:r>
          </a:p>
        </p:txBody>
      </p:sp>
      <p:sp>
        <p:nvSpPr>
          <p:cNvPr id="3" name="Date Placeholder 2">
            <a:extLst>
              <a:ext uri="{FF2B5EF4-FFF2-40B4-BE49-F238E27FC236}">
                <a16:creationId xmlns:a16="http://schemas.microsoft.com/office/drawing/2014/main" id="{069EB8CD-8EF6-4B49-B447-FE9DFD4EE0DB}"/>
              </a:ext>
            </a:extLst>
          </p:cNvPr>
          <p:cNvSpPr>
            <a:spLocks noGrp="1"/>
          </p:cNvSpPr>
          <p:nvPr>
            <p:ph type="dt" idx="10"/>
          </p:nvPr>
        </p:nvSpPr>
        <p:spPr/>
        <p:txBody>
          <a:bodyPr/>
          <a:lstStyle/>
          <a:p>
            <a:fld id="{DB8FDF6C-9B07-4782-AA2B-07EAA2872B3C}" type="datetimeFigureOut">
              <a:t>17.09.2026</a:t>
            </a:fld>
            <a:endParaRPr/>
          </a:p>
        </p:txBody>
      </p:sp>
      <p:sp>
        <p:nvSpPr>
          <p:cNvPr id="4" name="Footer Placeholder 3">
            <a:extLst>
              <a:ext uri="{FF2B5EF4-FFF2-40B4-BE49-F238E27FC236}">
                <a16:creationId xmlns:a16="http://schemas.microsoft.com/office/drawing/2014/main" id="{2E93CFCA-FA16-4465-995F-0630572E86B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70D75261-2943-4CF8-A9DE-5230E87EFB4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DDF51C-472E-4F01-86F4-BE64FCDBEE0F}"/>
              </a:ext>
            </a:extLst>
          </p:cNvPr>
          <p:cNvSpPr>
            <a:spLocks noGrp="1"/>
          </p:cNvSpPr>
          <p:nvPr>
            <p:ph type="dt" idx="10"/>
          </p:nvPr>
        </p:nvSpPr>
        <p:spPr/>
        <p:txBody>
          <a:bodyPr/>
          <a:lstStyle/>
          <a:p>
            <a:fld id="{DB8FDF6C-9B07-4782-AA2B-07EAA2872B3C}" type="datetimeFigureOut">
              <a:t>17.09.2026</a:t>
            </a:fld>
            <a:endParaRPr/>
          </a:p>
        </p:txBody>
      </p:sp>
      <p:sp>
        <p:nvSpPr>
          <p:cNvPr id="3" name="Footer Placeholder 2">
            <a:extLst>
              <a:ext uri="{FF2B5EF4-FFF2-40B4-BE49-F238E27FC236}">
                <a16:creationId xmlns:a16="http://schemas.microsoft.com/office/drawing/2014/main" id="{B95BC696-0B99-4332-9470-83F226BEBE3D}"/>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3272B8B8-5FD6-4FB2-991C-06D0319B8D59}"/>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D2C82-025A-441B-9DD6-FF9753C29F20}"/>
              </a:ext>
            </a:extLst>
          </p:cNvPr>
          <p:cNvSpPr>
            <a:spLocks noGrp="1"/>
          </p:cNvSpPr>
          <p:nvPr>
            <p:ph type="title"/>
          </p:nvPr>
        </p:nvSpPr>
        <p:spPr>
          <a:xfrm>
            <a:off x="472381" y="660400"/>
            <a:ext cx="2211884" cy="2311400"/>
          </a:xfrm>
        </p:spPr>
        <p:txBody>
          <a:bodyPr anchor="b"/>
          <a:lstStyle>
            <a:lvl1pPr>
              <a:buNone/>
              <a:defRPr sz="2400"/>
            </a:lvl1pPr>
          </a:lstStyle>
          <a:p>
            <a:r>
              <a:t>Mastertitelformat bearbeiten</a:t>
            </a:r>
          </a:p>
        </p:txBody>
      </p:sp>
      <p:sp>
        <p:nvSpPr>
          <p:cNvPr id="3" name="Content Placeholder 2">
            <a:extLst>
              <a:ext uri="{FF2B5EF4-FFF2-40B4-BE49-F238E27FC236}">
                <a16:creationId xmlns:a16="http://schemas.microsoft.com/office/drawing/2014/main" id="{B0A8AD55-3BD9-427C-9A2A-94AB507299A0}"/>
              </a:ext>
            </a:extLst>
          </p:cNvPr>
          <p:cNvSpPr>
            <a:spLocks noGrp="1"/>
          </p:cNvSpPr>
          <p:nvPr>
            <p:ph idx="1"/>
          </p:nvPr>
        </p:nvSpPr>
        <p:spPr>
          <a:xfrm>
            <a:off x="2915543" y="1426283"/>
            <a:ext cx="3471863" cy="7039681"/>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Text Placeholder 3">
            <a:extLst>
              <a:ext uri="{FF2B5EF4-FFF2-40B4-BE49-F238E27FC236}">
                <a16:creationId xmlns:a16="http://schemas.microsoft.com/office/drawing/2014/main" id="{CA5CDC20-E2C3-4246-9B07-B30AC32DFBEB}"/>
              </a:ext>
            </a:extLst>
          </p:cNvPr>
          <p:cNvSpPr>
            <a:spLocks noGrp="1"/>
          </p:cNvSpPr>
          <p:nvPr>
            <p:ph type="body"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Mastertextformat bearbeiten</a:t>
            </a:r>
          </a:p>
        </p:txBody>
      </p:sp>
      <p:sp>
        <p:nvSpPr>
          <p:cNvPr id="5" name="Date Placeholder 4">
            <a:extLst>
              <a:ext uri="{FF2B5EF4-FFF2-40B4-BE49-F238E27FC236}">
                <a16:creationId xmlns:a16="http://schemas.microsoft.com/office/drawing/2014/main" id="{98907C2A-290D-44A4-9D6F-9C8E54CED87E}"/>
              </a:ext>
            </a:extLst>
          </p:cNvPr>
          <p:cNvSpPr>
            <a:spLocks noGrp="1"/>
          </p:cNvSpPr>
          <p:nvPr>
            <p:ph type="dt" idx="10"/>
          </p:nvPr>
        </p:nvSpPr>
        <p:spPr/>
        <p:txBody>
          <a:bodyPr/>
          <a:lstStyle/>
          <a:p>
            <a:fld id="{DB8FDF6C-9B07-4782-AA2B-07EAA2872B3C}" type="datetimeFigureOut">
              <a:t>17.09.2026</a:t>
            </a:fld>
            <a:endParaRPr/>
          </a:p>
        </p:txBody>
      </p:sp>
      <p:sp>
        <p:nvSpPr>
          <p:cNvPr id="6" name="Footer Placeholder 5">
            <a:extLst>
              <a:ext uri="{FF2B5EF4-FFF2-40B4-BE49-F238E27FC236}">
                <a16:creationId xmlns:a16="http://schemas.microsoft.com/office/drawing/2014/main" id="{A8E43490-65D0-4162-8B8C-522F4B7BCA7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021FC15-19F4-4760-B6DD-5050D2CEBDDA}"/>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EE20-A892-4A84-9AC2-935E538AD866}"/>
              </a:ext>
            </a:extLst>
          </p:cNvPr>
          <p:cNvSpPr>
            <a:spLocks noGrp="1"/>
          </p:cNvSpPr>
          <p:nvPr>
            <p:ph type="title"/>
          </p:nvPr>
        </p:nvSpPr>
        <p:spPr>
          <a:xfrm>
            <a:off x="472381" y="660400"/>
            <a:ext cx="2211884" cy="2311400"/>
          </a:xfrm>
        </p:spPr>
        <p:txBody>
          <a:bodyPr anchor="b"/>
          <a:lstStyle>
            <a:lvl1pPr>
              <a:buNone/>
              <a:defRPr sz="2400"/>
            </a:lvl1pPr>
          </a:lstStyle>
          <a:p>
            <a:r>
              <a:t>Mastertitelformat bearbeiten</a:t>
            </a:r>
          </a:p>
        </p:txBody>
      </p:sp>
      <p:sp>
        <p:nvSpPr>
          <p:cNvPr id="3" name="Picture Placeholder 2">
            <a:extLst>
              <a:ext uri="{FF2B5EF4-FFF2-40B4-BE49-F238E27FC236}">
                <a16:creationId xmlns:a16="http://schemas.microsoft.com/office/drawing/2014/main" id="{42ADE3E5-B09D-4A5A-8CA4-FB28522126AA}"/>
              </a:ext>
            </a:extLst>
          </p:cNvPr>
          <p:cNvSpPr>
            <a:spLocks noGrp="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t>Bild durch Klicken auf Symbol hinzufügen</a:t>
            </a:r>
          </a:p>
        </p:txBody>
      </p:sp>
      <p:sp>
        <p:nvSpPr>
          <p:cNvPr id="4" name="Text Placeholder 3">
            <a:extLst>
              <a:ext uri="{FF2B5EF4-FFF2-40B4-BE49-F238E27FC236}">
                <a16:creationId xmlns:a16="http://schemas.microsoft.com/office/drawing/2014/main" id="{E3B6D28F-1797-408D-BDFD-FD358DC8885C}"/>
              </a:ext>
            </a:extLst>
          </p:cNvPr>
          <p:cNvSpPr>
            <a:spLocks noGrp="1"/>
          </p:cNvSpPr>
          <p:nvPr>
            <p:ph type="body"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Mastertextformat bearbeiten</a:t>
            </a:r>
          </a:p>
        </p:txBody>
      </p:sp>
      <p:sp>
        <p:nvSpPr>
          <p:cNvPr id="5" name="Date Placeholder 4">
            <a:extLst>
              <a:ext uri="{FF2B5EF4-FFF2-40B4-BE49-F238E27FC236}">
                <a16:creationId xmlns:a16="http://schemas.microsoft.com/office/drawing/2014/main" id="{8D3BDE41-06BD-49B7-AF9B-A514109E12E0}"/>
              </a:ext>
            </a:extLst>
          </p:cNvPr>
          <p:cNvSpPr>
            <a:spLocks noGrp="1"/>
          </p:cNvSpPr>
          <p:nvPr>
            <p:ph type="dt" idx="10"/>
          </p:nvPr>
        </p:nvSpPr>
        <p:spPr/>
        <p:txBody>
          <a:bodyPr/>
          <a:lstStyle/>
          <a:p>
            <a:fld id="{DB8FDF6C-9B07-4782-AA2B-07EAA2872B3C}" type="datetimeFigureOut">
              <a:t>17.09.2026</a:t>
            </a:fld>
            <a:endParaRPr/>
          </a:p>
        </p:txBody>
      </p:sp>
      <p:sp>
        <p:nvSpPr>
          <p:cNvPr id="6" name="Footer Placeholder 5">
            <a:extLst>
              <a:ext uri="{FF2B5EF4-FFF2-40B4-BE49-F238E27FC236}">
                <a16:creationId xmlns:a16="http://schemas.microsoft.com/office/drawing/2014/main" id="{0994DEFC-9C79-4E1A-8AA7-6A4C44E3397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DA57DE4-2176-48A3-AE21-BD3AC5128565}"/>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27D26-83DC-47A4-AADD-1FFCAC3A4D53}"/>
              </a:ext>
            </a:extLst>
          </p:cNvPr>
          <p:cNvSpPr>
            <a:spLocks noGrp="1"/>
          </p:cNvSpPr>
          <p:nvPr>
            <p:ph type="title"/>
          </p:nvPr>
        </p:nvSpPr>
        <p:spPr/>
        <p:txBody>
          <a:bodyPr/>
          <a:lstStyle/>
          <a:p>
            <a:r>
              <a:t>Mastertitelformat bearbeiten</a:t>
            </a:r>
          </a:p>
        </p:txBody>
      </p:sp>
      <p:sp>
        <p:nvSpPr>
          <p:cNvPr id="3" name="Vertical Text Placeholder 2">
            <a:extLst>
              <a:ext uri="{FF2B5EF4-FFF2-40B4-BE49-F238E27FC236}">
                <a16:creationId xmlns:a16="http://schemas.microsoft.com/office/drawing/2014/main" id="{CD87D0BF-7C5D-40B9-8480-D845D02E682B}"/>
              </a:ext>
            </a:extLst>
          </p:cNvPr>
          <p:cNvSpPr>
            <a:spLocks noGrp="1"/>
          </p:cNvSpPr>
          <p:nvPr>
            <p:ph type="body" idx="1"/>
          </p:nvPr>
        </p:nvSpPr>
        <p:spPr/>
        <p:txBody>
          <a:bodyPr vert="eaVert"/>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023669E9-9CD2-43EF-A98E-C1711AB9C026}"/>
              </a:ext>
            </a:extLst>
          </p:cNvPr>
          <p:cNvSpPr>
            <a:spLocks noGrp="1"/>
          </p:cNvSpPr>
          <p:nvPr>
            <p:ph type="dt" idx="10"/>
          </p:nvPr>
        </p:nvSpPr>
        <p:spPr/>
        <p:txBody>
          <a:body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2A5A0DB1-D2CE-4A34-95FE-DF53562B7C0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16F11A1-5137-43AD-9E8D-F2016CD293FC}"/>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B34920C-CD44-4172-AA35-D9AC0B74AA7C}"/>
              </a:ext>
            </a:extLst>
          </p:cNvPr>
          <p:cNvSpPr>
            <a:spLocks noGrp="1"/>
          </p:cNvSpPr>
          <p:nvPr>
            <p:ph type="title"/>
          </p:nvPr>
        </p:nvSpPr>
        <p:spPr>
          <a:xfrm>
            <a:off x="4907757" y="527403"/>
            <a:ext cx="1478756" cy="8394877"/>
          </a:xfrm>
        </p:spPr>
        <p:txBody>
          <a:bodyPr vert="eaVert"/>
          <a:lstStyle/>
          <a:p>
            <a:r>
              <a:t>Mastertitelformat bearbeiten</a:t>
            </a:r>
          </a:p>
        </p:txBody>
      </p:sp>
      <p:sp>
        <p:nvSpPr>
          <p:cNvPr id="3" name="Vertical Text Placeholder 2">
            <a:extLst>
              <a:ext uri="{FF2B5EF4-FFF2-40B4-BE49-F238E27FC236}">
                <a16:creationId xmlns:a16="http://schemas.microsoft.com/office/drawing/2014/main" id="{668BA217-5A6D-4470-B962-1E7347C33E45}"/>
              </a:ext>
            </a:extLst>
          </p:cNvPr>
          <p:cNvSpPr>
            <a:spLocks noGrp="1"/>
          </p:cNvSpPr>
          <p:nvPr>
            <p:ph type="body" idx="1"/>
          </p:nvPr>
        </p:nvSpPr>
        <p:spPr>
          <a:xfrm>
            <a:off x="471488" y="527403"/>
            <a:ext cx="4350544" cy="8394877"/>
          </a:xfrm>
        </p:spPr>
        <p:txBody>
          <a:bodyPr vert="eaVert"/>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C6095B36-8338-430D-90A2-D9B16164B8F1}"/>
              </a:ext>
            </a:extLst>
          </p:cNvPr>
          <p:cNvSpPr>
            <a:spLocks noGrp="1"/>
          </p:cNvSpPr>
          <p:nvPr>
            <p:ph type="dt" idx="10"/>
          </p:nvPr>
        </p:nvSpPr>
        <p:spPr/>
        <p:txBody>
          <a:body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91FFD38C-01AF-42CE-89CE-0BD91A301E5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6C4C8D2-A08C-4426-B677-DA929A76C6D0}"/>
              </a:ext>
            </a:extLst>
          </p:cNvPr>
          <p:cNvSpPr>
            <a:spLocks noGrp="1"/>
          </p:cNvSpPr>
          <p:nvPr>
            <p:ph type="sldNum" idx="12"/>
          </p:nvPr>
        </p:nvSpPr>
        <p:spPr/>
        <p:txBody>
          <a:bodyPr/>
          <a:lstStyle/>
          <a:p>
            <a:fld id="{9A5175ED-A264-4BA1-93AD-224520E57639}" type="slidenum">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2C5078-BC87-4FDE-B839-79AC3478359D}"/>
              </a:ext>
            </a:extLst>
          </p:cNvPr>
          <p:cNvSpPr>
            <a:spLocks noGrp="1"/>
          </p:cNvSpPr>
          <p:nvPr>
            <p:ph type="title"/>
          </p:nvPr>
        </p:nvSpPr>
        <p:spPr>
          <a:xfrm>
            <a:off x="471488" y="527405"/>
            <a:ext cx="5915025" cy="1914702"/>
          </a:xfrm>
          <a:prstGeom prst="rect">
            <a:avLst/>
          </a:prstGeom>
        </p:spPr>
        <p:txBody>
          <a:bodyPr vert="horz" lIns="91440" tIns="45720" rIns="91440" bIns="45720" anchor="ctr">
            <a:normAutofit/>
          </a:bodyPr>
          <a:lstStyle/>
          <a:p>
            <a:r>
              <a:t>Mastertitelformat bearbeiten</a:t>
            </a:r>
          </a:p>
        </p:txBody>
      </p:sp>
      <p:sp>
        <p:nvSpPr>
          <p:cNvPr id="3" name="Text Placeholder 2">
            <a:extLst>
              <a:ext uri="{FF2B5EF4-FFF2-40B4-BE49-F238E27FC236}">
                <a16:creationId xmlns:a16="http://schemas.microsoft.com/office/drawing/2014/main" id="{6F114942-995D-40D0-865D-3CAD4FFD3E7D}"/>
              </a:ext>
            </a:extLst>
          </p:cNvPr>
          <p:cNvSpPr>
            <a:spLocks noGrp="1"/>
          </p:cNvSpPr>
          <p:nvPr>
            <p:ph type="body" idx="1"/>
          </p:nvPr>
        </p:nvSpPr>
        <p:spPr>
          <a:xfrm>
            <a:off x="471488" y="2637014"/>
            <a:ext cx="5915025" cy="6285266"/>
          </a:xfrm>
          <a:prstGeom prst="rect">
            <a:avLst/>
          </a:prstGeom>
        </p:spPr>
        <p:txBody>
          <a:bodyPr vert="horz" lIns="91440" tIns="45720" rIns="91440" bIns="45720">
            <a:normAutofit/>
          </a:bodyPr>
          <a:lstStyle/>
          <a:p>
            <a:pPr lvl="0">
              <a:buNone/>
            </a:pPr>
            <a:r>
              <a:t>Mastertextformat bearbeiten</a:t>
            </a:r>
          </a:p>
          <a:p>
            <a:pPr lvl="1">
              <a:buNone/>
            </a:pPr>
            <a:r>
              <a:t>Zweite Ebene</a:t>
            </a:r>
          </a:p>
          <a:p>
            <a:pPr lvl="2">
              <a:buNone/>
            </a:pPr>
            <a:r>
              <a:t>Dritte Ebene</a:t>
            </a:r>
          </a:p>
          <a:p>
            <a:pPr lvl="3">
              <a:buNone/>
            </a:pPr>
            <a:r>
              <a:t>Vierte Ebene</a:t>
            </a:r>
          </a:p>
          <a:p>
            <a:pPr lvl="4">
              <a:buNone/>
            </a:pPr>
            <a:r>
              <a:t>Fünfte Ebene</a:t>
            </a:r>
          </a:p>
        </p:txBody>
      </p:sp>
      <p:sp>
        <p:nvSpPr>
          <p:cNvPr id="4" name="Date Placeholder 3">
            <a:extLst>
              <a:ext uri="{FF2B5EF4-FFF2-40B4-BE49-F238E27FC236}">
                <a16:creationId xmlns:a16="http://schemas.microsoft.com/office/drawing/2014/main" id="{FAF799A0-893F-4B8E-87DC-79AC064A175B}"/>
              </a:ext>
            </a:extLst>
          </p:cNvPr>
          <p:cNvSpPr>
            <a:spLocks noGrp="1"/>
          </p:cNvSpPr>
          <p:nvPr>
            <p:ph type="dt" idx="2"/>
          </p:nvPr>
        </p:nvSpPr>
        <p:spPr>
          <a:xfrm>
            <a:off x="471488" y="9181397"/>
            <a:ext cx="1543050" cy="527403"/>
          </a:xfrm>
          <a:prstGeom prst="rect">
            <a:avLst/>
          </a:prstGeom>
        </p:spPr>
        <p:txBody>
          <a:bodyPr vert="horz" lIns="91440" tIns="45720" rIns="91440" bIns="45720" anchor="ctr"/>
          <a:lstStyle>
            <a:lvl1pPr algn="l">
              <a:buNone/>
              <a:defRPr sz="900">
                <a:solidFill>
                  <a:schemeClr val="tx1">
                    <a:tint val="75000"/>
                  </a:schemeClr>
                </a:solidFill>
              </a:defRPr>
            </a:lvl1pPr>
          </a:lstStyle>
          <a:p>
            <a:fld id="{DB8FDF6C-9B07-4782-AA2B-07EAA2872B3C}" type="datetimeFigureOut">
              <a:t>17.09.2026</a:t>
            </a:fld>
            <a:endParaRPr/>
          </a:p>
        </p:txBody>
      </p:sp>
      <p:sp>
        <p:nvSpPr>
          <p:cNvPr id="5" name="Footer Placeholder 4">
            <a:extLst>
              <a:ext uri="{FF2B5EF4-FFF2-40B4-BE49-F238E27FC236}">
                <a16:creationId xmlns:a16="http://schemas.microsoft.com/office/drawing/2014/main" id="{B2491230-9281-4384-95C8-7BB5E9A67B5F}"/>
              </a:ext>
            </a:extLst>
          </p:cNvPr>
          <p:cNvSpPr>
            <a:spLocks noGrp="1"/>
          </p:cNvSpPr>
          <p:nvPr>
            <p:ph type="ftr" idx="3"/>
          </p:nvPr>
        </p:nvSpPr>
        <p:spPr>
          <a:xfrm>
            <a:off x="2271713" y="9181397"/>
            <a:ext cx="2314575" cy="527403"/>
          </a:xfrm>
          <a:prstGeom prst="rect">
            <a:avLst/>
          </a:prstGeom>
        </p:spPr>
        <p:txBody>
          <a:bodyPr vert="horz" lIns="91440" tIns="45720" rIns="91440" bIns="45720" anchor="ctr"/>
          <a:lstStyle>
            <a:lvl1pPr algn="ctr">
              <a:buNone/>
              <a:defRPr sz="9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5643670A-7229-409A-8B8A-2FE1FC159F23}"/>
              </a:ext>
            </a:extLst>
          </p:cNvPr>
          <p:cNvSpPr>
            <a:spLocks noGrp="1"/>
          </p:cNvSpPr>
          <p:nvPr>
            <p:ph type="sldNum" idx="4"/>
          </p:nvPr>
        </p:nvSpPr>
        <p:spPr>
          <a:xfrm>
            <a:off x="4843463" y="9181397"/>
            <a:ext cx="1543050" cy="527403"/>
          </a:xfrm>
          <a:prstGeom prst="rect">
            <a:avLst/>
          </a:prstGeom>
        </p:spPr>
        <p:txBody>
          <a:bodyPr vert="horz" lIns="91440" tIns="45720" rIns="91440" bIns="45720" anchor="ctr"/>
          <a:lstStyle>
            <a:lvl1pPr algn="r">
              <a:buNone/>
              <a:defRPr sz="900">
                <a:solidFill>
                  <a:schemeClr val="tx1">
                    <a:tint val="75000"/>
                  </a:schemeClr>
                </a:solidFill>
              </a:defRPr>
            </a:lvl1pPr>
          </a:lstStyle>
          <a:p>
            <a:fld id="{9A5175ED-A264-4BA1-93AD-224520E57639}" type="slidenum">
              <a:t>‹Nr.›</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a:lnSpc>
          <a:spcPct val="90000"/>
        </a:lnSpc>
        <a:spcBef>
          <a:spcPct val="0"/>
        </a:spcBef>
        <a:buNone/>
        <a:defRPr sz="3300" kern="1200">
          <a:solidFill>
            <a:schemeClr val="tx1"/>
          </a:solidFill>
          <a:latin typeface="+mj-lt"/>
          <a:ea typeface="+mj-lt"/>
          <a:cs typeface="+mj-lt"/>
        </a:defRPr>
      </a:lvl1pPr>
    </p:titleStyle>
    <p:bodyStyle>
      <a:lvl1pPr marL="171450" indent="-171450" algn="l" defTabSz="685800">
        <a:lnSpc>
          <a:spcPct val="90000"/>
        </a:lnSpc>
        <a:spcBef>
          <a:spcPts val="750"/>
        </a:spcBef>
        <a:buFont typeface="Arial"/>
        <a:buChar char="•"/>
        <a:defRPr sz="2100" kern="1200">
          <a:solidFill>
            <a:schemeClr val="tx1"/>
          </a:solidFill>
          <a:latin typeface="+mn-lt"/>
          <a:ea typeface="+mn-lt"/>
          <a:cs typeface="+mn-lt"/>
        </a:defRPr>
      </a:lvl1pPr>
      <a:lvl2pPr marL="514350" indent="-171450" algn="l" defTabSz="685800">
        <a:lnSpc>
          <a:spcPct val="90000"/>
        </a:lnSpc>
        <a:spcBef>
          <a:spcPts val="375"/>
        </a:spcBef>
        <a:buFont typeface="Arial"/>
        <a:buChar char="•"/>
        <a:defRPr sz="1800" kern="1200">
          <a:solidFill>
            <a:schemeClr val="tx1"/>
          </a:solidFill>
          <a:latin typeface="+mn-lt"/>
          <a:ea typeface="+mn-lt"/>
          <a:cs typeface="+mn-lt"/>
        </a:defRPr>
      </a:lvl2pPr>
      <a:lvl3pPr marL="857250" indent="-171450" algn="l" defTabSz="685800">
        <a:lnSpc>
          <a:spcPct val="90000"/>
        </a:lnSpc>
        <a:spcBef>
          <a:spcPts val="375"/>
        </a:spcBef>
        <a:buFont typeface="Arial"/>
        <a:buChar char="•"/>
        <a:defRPr sz="1500" kern="1200">
          <a:solidFill>
            <a:schemeClr val="tx1"/>
          </a:solidFill>
          <a:latin typeface="+mn-lt"/>
          <a:ea typeface="+mn-lt"/>
          <a:cs typeface="+mn-lt"/>
        </a:defRPr>
      </a:lvl3pPr>
      <a:lvl4pPr marL="1200150" indent="-171450" algn="l" defTabSz="685800">
        <a:lnSpc>
          <a:spcPct val="90000"/>
        </a:lnSpc>
        <a:spcBef>
          <a:spcPts val="375"/>
        </a:spcBef>
        <a:buFont typeface="Arial"/>
        <a:buChar char="•"/>
        <a:defRPr sz="1350" kern="1200">
          <a:solidFill>
            <a:schemeClr val="tx1"/>
          </a:solidFill>
          <a:latin typeface="+mn-lt"/>
          <a:ea typeface="+mn-lt"/>
          <a:cs typeface="+mn-lt"/>
        </a:defRPr>
      </a:lvl4pPr>
      <a:lvl5pPr marL="1543050" indent="-171450" algn="l" defTabSz="685800">
        <a:lnSpc>
          <a:spcPct val="90000"/>
        </a:lnSpc>
        <a:spcBef>
          <a:spcPts val="375"/>
        </a:spcBef>
        <a:buFont typeface="Arial"/>
        <a:buChar char="•"/>
        <a:defRPr sz="1350" kern="1200">
          <a:solidFill>
            <a:schemeClr val="tx1"/>
          </a:solidFill>
          <a:latin typeface="+mn-lt"/>
          <a:ea typeface="+mn-lt"/>
          <a:cs typeface="+mn-lt"/>
        </a:defRPr>
      </a:lvl5pPr>
      <a:lvl6pPr marL="1885950" indent="-171450" algn="l" defTabSz="685800">
        <a:lnSpc>
          <a:spcPct val="90000"/>
        </a:lnSpc>
        <a:spcBef>
          <a:spcPts val="375"/>
        </a:spcBef>
        <a:buFont typeface="Arial"/>
        <a:buChar char="•"/>
        <a:defRPr sz="1350" kern="1200">
          <a:solidFill>
            <a:schemeClr val="tx1"/>
          </a:solidFill>
          <a:latin typeface="+mn-lt"/>
          <a:ea typeface="+mn-lt"/>
          <a:cs typeface="+mn-lt"/>
        </a:defRPr>
      </a:lvl6pPr>
      <a:lvl7pPr marL="2228850" indent="-171450" algn="l" defTabSz="685800">
        <a:lnSpc>
          <a:spcPct val="90000"/>
        </a:lnSpc>
        <a:spcBef>
          <a:spcPts val="375"/>
        </a:spcBef>
        <a:buFont typeface="Arial"/>
        <a:buChar char="•"/>
        <a:defRPr sz="1350" kern="1200">
          <a:solidFill>
            <a:schemeClr val="tx1"/>
          </a:solidFill>
          <a:latin typeface="+mn-lt"/>
          <a:ea typeface="+mn-lt"/>
          <a:cs typeface="+mn-lt"/>
        </a:defRPr>
      </a:lvl7pPr>
      <a:lvl8pPr marL="2571750" indent="-171450" algn="l" defTabSz="685800">
        <a:lnSpc>
          <a:spcPct val="90000"/>
        </a:lnSpc>
        <a:spcBef>
          <a:spcPts val="375"/>
        </a:spcBef>
        <a:buFont typeface="Arial"/>
        <a:buChar char="•"/>
        <a:defRPr sz="1350" kern="1200">
          <a:solidFill>
            <a:schemeClr val="tx1"/>
          </a:solidFill>
          <a:latin typeface="+mn-lt"/>
          <a:ea typeface="+mn-lt"/>
          <a:cs typeface="+mn-lt"/>
        </a:defRPr>
      </a:lvl8pPr>
      <a:lvl9pPr marL="2914650" indent="-171450" algn="l" defTabSz="685800">
        <a:lnSpc>
          <a:spcPct val="90000"/>
        </a:lnSpc>
        <a:spcBef>
          <a:spcPts val="375"/>
        </a:spcBef>
        <a:buFont typeface="Arial"/>
        <a:buChar char="•"/>
        <a:defRPr sz="135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3" Type="http://schemas.openxmlformats.org/officeDocument/2006/relationships/image" Target="../media/image1.sv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8.png"/><Relationship Id="rId2" Type="http://schemas.openxmlformats.org/officeDocument/2006/relationships/image" Target="../media/image1.svg"/><Relationship Id="rId16"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9.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0.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1.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22.png"/><Relationship Id="rId3" Type="http://schemas.openxmlformats.org/officeDocument/2006/relationships/image" Target="../media/image2.sv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1.svg"/><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5"/>
          <a:stretch>
            <a:fillRect/>
          </a:stretch>
        </p:blipFill>
        <p:spPr>
          <a:xfrm>
            <a:off x="696445" y="2643818"/>
            <a:ext cx="336384" cy="336384"/>
          </a:xfrm>
          <a:prstGeom prst="rect">
            <a:avLst/>
          </a:prstGeom>
        </p:spPr>
      </p:pic>
      <p:pic>
        <p:nvPicPr>
          <p:cNvPr id="202" name="Grafik 16"/>
          <p:cNvPicPr>
            <a:picLocks noChangeAspect="1"/>
          </p:cNvPicPr>
          <p:nvPr/>
        </p:nvPicPr>
        <p:blipFill>
          <a:blip r:embed="rId6"/>
          <a:stretch>
            <a:fillRect/>
          </a:stretch>
        </p:blipFill>
        <p:spPr>
          <a:xfrm>
            <a:off x="214066" y="8627364"/>
            <a:ext cx="265742" cy="265742"/>
          </a:xfrm>
          <a:prstGeom prst="rect">
            <a:avLst/>
          </a:prstGeom>
        </p:spPr>
      </p:pic>
      <p:pic>
        <p:nvPicPr>
          <p:cNvPr id="203" name="Grafik 18"/>
          <p:cNvPicPr>
            <a:picLocks noChangeAspect="1"/>
          </p:cNvPicPr>
          <p:nvPr/>
        </p:nvPicPr>
        <p:blipFill>
          <a:blip r:embed="rId7"/>
          <a:stretch>
            <a:fillRect/>
          </a:stretch>
        </p:blipFill>
        <p:spPr>
          <a:xfrm>
            <a:off x="587532" y="8627364"/>
            <a:ext cx="265742" cy="265742"/>
          </a:xfrm>
          <a:prstGeom prst="rect">
            <a:avLst/>
          </a:prstGeom>
        </p:spPr>
      </p:pic>
      <p:pic>
        <p:nvPicPr>
          <p:cNvPr id="204" name="Grafik 20"/>
          <p:cNvPicPr>
            <a:picLocks noChangeAspect="1"/>
          </p:cNvPicPr>
          <p:nvPr/>
        </p:nvPicPr>
        <p:blipFill>
          <a:blip r:embed="rId8"/>
          <a:stretch>
            <a:fillRect/>
          </a:stretch>
        </p:blipFill>
        <p:spPr>
          <a:xfrm>
            <a:off x="989085" y="8607554"/>
            <a:ext cx="265742" cy="265742"/>
          </a:xfrm>
          <a:prstGeom prst="rect">
            <a:avLst/>
          </a:prstGeom>
        </p:spPr>
      </p:pic>
      <p:pic>
        <p:nvPicPr>
          <p:cNvPr id="205" name="Grafik 22"/>
          <p:cNvPicPr>
            <a:picLocks noChangeAspect="1"/>
          </p:cNvPicPr>
          <p:nvPr/>
        </p:nvPicPr>
        <p:blipFill>
          <a:blip r:embed="rId9"/>
          <a:stretch>
            <a:fillRect/>
          </a:stretch>
        </p:blipFill>
        <p:spPr>
          <a:xfrm>
            <a:off x="192676" y="9197885"/>
            <a:ext cx="265742" cy="265742"/>
          </a:xfrm>
          <a:prstGeom prst="rect">
            <a:avLst/>
          </a:prstGeom>
        </p:spPr>
      </p:pic>
      <p:pic>
        <p:nvPicPr>
          <p:cNvPr id="206" name="Grafik 24"/>
          <p:cNvPicPr>
            <a:picLocks noChangeAspect="1"/>
          </p:cNvPicPr>
          <p:nvPr/>
        </p:nvPicPr>
        <p:blipFill>
          <a:blip r:embed="rId10"/>
          <a:stretch>
            <a:fillRect/>
          </a:stretch>
        </p:blipFill>
        <p:spPr>
          <a:xfrm>
            <a:off x="557675" y="9209255"/>
            <a:ext cx="265742" cy="265742"/>
          </a:xfrm>
          <a:prstGeom prst="rect">
            <a:avLst/>
          </a:prstGeom>
        </p:spPr>
      </p:pic>
      <p:pic>
        <p:nvPicPr>
          <p:cNvPr id="207" name="Grafik 26"/>
          <p:cNvPicPr>
            <a:picLocks noChangeAspect="1"/>
          </p:cNvPicPr>
          <p:nvPr/>
        </p:nvPicPr>
        <p:blipFill>
          <a:blip r:embed="rId11"/>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2"/>
          <a:stretch>
            <a:fillRect/>
          </a:stretch>
        </p:blipFill>
        <p:spPr>
          <a:xfrm>
            <a:off x="1426017" y="8616954"/>
            <a:ext cx="265742" cy="265742"/>
          </a:xfrm>
          <a:prstGeom prst="rect">
            <a:avLst/>
          </a:prstGeom>
        </p:spPr>
      </p:pic>
      <p:pic>
        <p:nvPicPr>
          <p:cNvPr id="211" name="Grafik 40"/>
          <p:cNvPicPr>
            <a:picLocks noChangeAspect="1"/>
          </p:cNvPicPr>
          <p:nvPr/>
        </p:nvPicPr>
        <p:blipFill>
          <a:blip r:embed="rId13"/>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50%</a:t>
            </a:r>
          </a:p>
        </p:txBody>
      </p:sp>
      <p:pic>
        <p:nvPicPr>
          <p:cNvPr id="217" name="Grafik 51"/>
          <p:cNvPicPr>
            <a:picLocks noChangeAspect="1"/>
          </p:cNvPicPr>
          <p:nvPr/>
        </p:nvPicPr>
        <p:blipFill>
          <a:blip r:embed="rId14"/>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Sarina</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Rentnerin</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Coiffeuse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76</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Windisch</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möchte ohne komplizierte Schritte mit Jetons losspielen.“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18494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Sarina ist 76, pensionierte Coiffeuse und nutzt vor allem ihr Tablet. Sie spielt gelegentlich Karten und möchte ihr Spielbudget jederzeit im Blick behalten.</a:t>
            </a:r>
          </a:p>
        </p:txBody>
      </p:sp>
      <p:pic>
        <p:nvPicPr>
          <p:cNvPr id="294" name="Grafik 160"/>
          <p:cNvPicPr>
            <a:picLocks noChangeAspect="1"/>
          </p:cNvPicPr>
          <p:nvPr/>
        </p:nvPicPr>
        <p:blipFill>
          <a:blip r:embed="rId15"/>
          <a:stretch>
            <a:fillRect/>
          </a:stretch>
        </p:blipFill>
        <p:spPr>
          <a:xfrm>
            <a:off x="199459" y="7886105"/>
            <a:ext cx="361188" cy="361188"/>
          </a:xfrm>
          <a:prstGeom prst="rect">
            <a:avLst/>
          </a:prstGeom>
        </p:spPr>
      </p:pic>
      <p:pic>
        <p:nvPicPr>
          <p:cNvPr id="295" name="Grafik 168"/>
          <p:cNvPicPr>
            <a:picLocks noChangeAspect="1"/>
          </p:cNvPicPr>
          <p:nvPr/>
        </p:nvPicPr>
        <p:blipFill>
          <a:blip r:embed="rId16"/>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7"/>
          <a:stretch>
            <a:fillRect/>
          </a:stretch>
        </p:blipFill>
        <p:spPr>
          <a:xfrm>
            <a:off x="162886" y="2982875"/>
            <a:ext cx="361188" cy="361188"/>
          </a:xfrm>
          <a:prstGeom prst="rect">
            <a:avLst/>
          </a:prstGeom>
        </p:spPr>
      </p:pic>
      <p:pic>
        <p:nvPicPr>
          <p:cNvPr id="298" name="Grafik 176"/>
          <p:cNvPicPr>
            <a:picLocks noChangeAspect="1"/>
          </p:cNvPicPr>
          <p:nvPr/>
        </p:nvPicPr>
        <p:blipFill>
          <a:blip r:embed="rId18"/>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pic>
        <p:nvPicPr>
          <p:cNvPr id="301" name="Grafik 2"/>
          <p:cNvPicPr>
            <a:picLocks noChangeAspect="1"/>
          </p:cNvPicPr>
          <p:nvPr/>
        </p:nvPicPr>
        <p:blipFill>
          <a:blip r:embed="rId19"/>
          <a:stretch>
            <a:fillRect/>
          </a:stretch>
        </p:blipFill>
        <p:spPr>
          <a:xfrm>
            <a:off x="508777" y="32215"/>
            <a:ext cx="1436954" cy="1408668"/>
          </a:xfrm>
          <a:prstGeom prst="ellipse">
            <a:avLst/>
          </a:prstGeom>
        </p:spPr>
      </p:pic>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62484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Sie möchte einen frei gewählten Betrag einfach in Jetons umwandeln und ihr verfügbares Guthaben sofort erkennen.</a:t>
            </a: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990600"/>
          </a:xfrm>
          <a:prstGeom prst="rect">
            <a:avLst/>
          </a:prstGeom>
          <a:ln w="3175"/>
        </p:spPr>
        <p:txBody>
          <a:bodyPr wrap="square" lIns="38100" tIns="38100" rIns="38100" bIns="38100" anchor="ctr">
            <a:spAutoFit/>
          </a:bodyPr>
          <a:lstStyle>
            <a:lvl1pPr algn="l">
              <a:buNone/>
              <a:defRPr sz="1600" b="0">
                <a:latin typeface="Avenir Book"/>
                <a:ea typeface="Avenir Book"/>
                <a:cs typeface="Avenir Book"/>
              </a:defRPr>
            </a:lvl1pPr>
          </a:lstStyle>
          <a:p>
            <a:r>
              <a:rPr sz="1200">
                <a:latin typeface="Arial"/>
                <a:ea typeface="Arial"/>
                <a:cs typeface="Arial"/>
              </a:rPr>
              <a:t>US-001: Als Spielerin möchte ich einen frei gewählten Betrag in Jetons umwandeln, damit ich Einsätze tätigen kann.
Akzeptanz: Positive Beträge werden gutgeschrieben; 0, negative und ungültige Beträge werden abgelehnt.</a:t>
            </a:r>
          </a:p>
        </p:txBody>
      </p:sp>
    </p:spTree>
    <p:extLst>
      <p:ext uri="{BB962C8B-B14F-4D97-AF65-F5344CB8AC3E}">
        <p14:creationId xmlns:p14="http://schemas.microsoft.com/office/powerpoint/2010/main" val="40187229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dirty="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1" name="Grafik 14"/>
          <p:cNvPicPr>
            <a:picLocks noChangeAspect="1"/>
          </p:cNvPicPr>
          <p:nvPr/>
        </p:nvPicPr>
        <p:blipFill>
          <a:blip r:embed="rId3"/>
          <a:stretch>
            <a:fillRect/>
          </a:stretch>
        </p:blipFill>
        <p:spPr>
          <a:xfrm>
            <a:off x="696445" y="2643818"/>
            <a:ext cx="336384" cy="336384"/>
          </a:xfrm>
          <a:prstGeom prst="rect">
            <a:avLst/>
          </a:prstGeom>
        </p:spPr>
      </p:pic>
      <p:pic>
        <p:nvPicPr>
          <p:cNvPr id="202" name="Grafik 16"/>
          <p:cNvPicPr>
            <a:picLocks noChangeAspect="1"/>
          </p:cNvPicPr>
          <p:nvPr/>
        </p:nvPicPr>
        <p:blipFill>
          <a:blip r:embed="rId4"/>
          <a:stretch>
            <a:fillRect/>
          </a:stretch>
        </p:blipFill>
        <p:spPr>
          <a:xfrm>
            <a:off x="214066" y="8627364"/>
            <a:ext cx="265742" cy="265742"/>
          </a:xfrm>
          <a:prstGeom prst="rect">
            <a:avLst/>
          </a:prstGeom>
        </p:spPr>
      </p:pic>
      <p:pic>
        <p:nvPicPr>
          <p:cNvPr id="203" name="Grafik 18"/>
          <p:cNvPicPr>
            <a:picLocks noChangeAspect="1"/>
          </p:cNvPicPr>
          <p:nvPr/>
        </p:nvPicPr>
        <p:blipFill>
          <a:blip r:embed="rId5"/>
          <a:stretch>
            <a:fillRect/>
          </a:stretch>
        </p:blipFill>
        <p:spPr>
          <a:xfrm>
            <a:off x="587532" y="8627364"/>
            <a:ext cx="265742" cy="265742"/>
          </a:xfrm>
          <a:prstGeom prst="rect">
            <a:avLst/>
          </a:prstGeom>
        </p:spPr>
      </p:pic>
      <p:pic>
        <p:nvPicPr>
          <p:cNvPr id="204" name="Grafik 20"/>
          <p:cNvPicPr>
            <a:picLocks noChangeAspect="1"/>
          </p:cNvPicPr>
          <p:nvPr/>
        </p:nvPicPr>
        <p:blipFill>
          <a:blip r:embed="rId6"/>
          <a:stretch>
            <a:fillRect/>
          </a:stretch>
        </p:blipFill>
        <p:spPr>
          <a:xfrm>
            <a:off x="989085" y="8607554"/>
            <a:ext cx="265742" cy="265742"/>
          </a:xfrm>
          <a:prstGeom prst="rect">
            <a:avLst/>
          </a:prstGeom>
        </p:spPr>
      </p:pic>
      <p:pic>
        <p:nvPicPr>
          <p:cNvPr id="205" name="Grafik 22"/>
          <p:cNvPicPr>
            <a:picLocks noChangeAspect="1"/>
          </p:cNvPicPr>
          <p:nvPr/>
        </p:nvPicPr>
        <p:blipFill>
          <a:blip r:embed="rId7"/>
          <a:stretch>
            <a:fillRect/>
          </a:stretch>
        </p:blipFill>
        <p:spPr>
          <a:xfrm>
            <a:off x="192676" y="9197885"/>
            <a:ext cx="265742" cy="265742"/>
          </a:xfrm>
          <a:prstGeom prst="rect">
            <a:avLst/>
          </a:prstGeom>
        </p:spPr>
      </p:pic>
      <p:pic>
        <p:nvPicPr>
          <p:cNvPr id="206" name="Grafik 24"/>
          <p:cNvPicPr>
            <a:picLocks noChangeAspect="1"/>
          </p:cNvPicPr>
          <p:nvPr/>
        </p:nvPicPr>
        <p:blipFill>
          <a:blip r:embed="rId8"/>
          <a:stretch>
            <a:fillRect/>
          </a:stretch>
        </p:blipFill>
        <p:spPr>
          <a:xfrm>
            <a:off x="557675" y="9209255"/>
            <a:ext cx="265742" cy="265742"/>
          </a:xfrm>
          <a:prstGeom prst="rect">
            <a:avLst/>
          </a:prstGeom>
        </p:spPr>
      </p:pic>
      <p:pic>
        <p:nvPicPr>
          <p:cNvPr id="207" name="Grafik 26"/>
          <p:cNvPicPr>
            <a:picLocks noChangeAspect="1"/>
          </p:cNvPicPr>
          <p:nvPr/>
        </p:nvPicPr>
        <p:blipFill>
          <a:blip r:embed="rId9"/>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0"/>
          <a:stretch>
            <a:fillRect/>
          </a:stretch>
        </p:blipFill>
        <p:spPr>
          <a:xfrm>
            <a:off x="1426017" y="8616954"/>
            <a:ext cx="265742" cy="265742"/>
          </a:xfrm>
          <a:prstGeom prst="rect">
            <a:avLst/>
          </a:prstGeom>
        </p:spPr>
      </p:pic>
      <p:pic>
        <p:nvPicPr>
          <p:cNvPr id="211" name="Grafik 40"/>
          <p:cNvPicPr>
            <a:picLocks noChangeAspect="1"/>
          </p:cNvPicPr>
          <p:nvPr/>
        </p:nvPicPr>
        <p:blipFill>
          <a:blip r:embed="rId11"/>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pic>
        <p:nvPicPr>
          <p:cNvPr id="217" name="Grafik 51"/>
          <p:cNvPicPr>
            <a:picLocks noChangeAspect="1"/>
          </p:cNvPicPr>
          <p:nvPr/>
        </p:nvPicPr>
        <p:blipFill>
          <a:blip r:embed="rId12"/>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lang="de-CH" sz="2000" dirty="0">
                <a:latin typeface="Arial"/>
                <a:ea typeface="Arial"/>
                <a:cs typeface="Arial"/>
              </a:rPr>
              <a:t>Marco</a:t>
            </a:r>
            <a:endParaRPr sz="2000" dirty="0">
              <a:latin typeface="Arial"/>
              <a:ea typeface="Arial"/>
              <a:cs typeface="Arial"/>
            </a:endParaRP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lang="de-CH" sz="1200" dirty="0">
                <a:latin typeface="Arial"/>
                <a:ea typeface="Arial"/>
                <a:cs typeface="Arial"/>
              </a:rPr>
              <a:t>Lagerist</a:t>
            </a:r>
            <a:endParaRPr sz="1200" dirty="0">
              <a:latin typeface="Arial"/>
              <a:ea typeface="Arial"/>
              <a:cs typeface="Arial"/>
            </a:endParaRP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lang="de-CH" sz="1200" dirty="0">
                <a:latin typeface="Arial"/>
                <a:ea typeface="Arial"/>
                <a:cs typeface="Arial"/>
              </a:rPr>
              <a:t>Logistiker</a:t>
            </a:r>
            <a:r>
              <a:rPr sz="1200" dirty="0">
                <a:latin typeface="Arial"/>
                <a:ea typeface="Arial"/>
                <a:cs typeface="Arial"/>
              </a:rPr>
              <a:t>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31</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Suhr</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dirty="0" err="1">
                <a:latin typeface="Arial"/>
                <a:ea typeface="Arial"/>
                <a:cs typeface="Arial"/>
              </a:rPr>
              <a:t>Familienstatus</a:t>
            </a:r>
            <a:r>
              <a:rPr sz="1000" dirty="0">
                <a:latin typeface="Arial"/>
                <a:ea typeface="Arial"/>
                <a:cs typeface="Arial"/>
              </a:rPr>
              <a:t>: </a:t>
            </a:r>
            <a:r>
              <a:rPr sz="1000" dirty="0" err="1">
                <a:latin typeface="Arial"/>
                <a:ea typeface="Arial"/>
                <a:cs typeface="Arial"/>
              </a:rPr>
              <a:t>Liiert</a:t>
            </a:r>
            <a:endParaRPr sz="1200" dirty="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dirty="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„Zeig mir einfach, was es gibt – entscheiden tue ich dann spontan.“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Marco arbeitet im Schichtbetrieb und spielt abends 20 Minuten am Handy. Er bleibt selten beim gleichen Spiel und wechselt, sobald eine Runde nicht läuft.</a:t>
            </a:r>
            <a:endParaRPr sz="1200">
              <a:latin typeface="Arial"/>
              <a:ea typeface="Arial"/>
              <a:cs typeface="Arial"/>
            </a:endParaRPr>
          </a:p>
        </p:txBody>
      </p:sp>
      <p:pic>
        <p:nvPicPr>
          <p:cNvPr id="294" name="Grafik 160"/>
          <p:cNvPicPr>
            <a:picLocks noChangeAspect="1"/>
          </p:cNvPicPr>
          <p:nvPr/>
        </p:nvPicPr>
        <p:blipFill>
          <a:blip r:embed="rId13"/>
          <a:stretch>
            <a:fillRect/>
          </a:stretch>
        </p:blipFill>
        <p:spPr>
          <a:xfrm>
            <a:off x="199459" y="7886105"/>
            <a:ext cx="361188" cy="361188"/>
          </a:xfrm>
          <a:prstGeom prst="rect">
            <a:avLst/>
          </a:prstGeom>
        </p:spPr>
      </p:pic>
      <p:pic>
        <p:nvPicPr>
          <p:cNvPr id="295" name="Grafik 168"/>
          <p:cNvPicPr>
            <a:picLocks noChangeAspect="1"/>
          </p:cNvPicPr>
          <p:nvPr/>
        </p:nvPicPr>
        <p:blipFill>
          <a:blip r:embed="rId14"/>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dirty="0">
                <a:latin typeface="Arial"/>
                <a:ea typeface="Arial"/>
                <a:cs typeface="Arial"/>
              </a:rPr>
              <a:t>Technologie</a:t>
            </a:r>
          </a:p>
        </p:txBody>
      </p:sp>
      <p:pic>
        <p:nvPicPr>
          <p:cNvPr id="297" name="Grafik 175"/>
          <p:cNvPicPr>
            <a:picLocks noChangeAspect="1"/>
          </p:cNvPicPr>
          <p:nvPr/>
        </p:nvPicPr>
        <p:blipFill>
          <a:blip r:embed="rId15"/>
          <a:stretch>
            <a:fillRect/>
          </a:stretch>
        </p:blipFill>
        <p:spPr>
          <a:xfrm>
            <a:off x="162886" y="2982875"/>
            <a:ext cx="361188" cy="361188"/>
          </a:xfrm>
          <a:prstGeom prst="rect">
            <a:avLst/>
          </a:prstGeom>
        </p:spPr>
      </p:pic>
      <p:pic>
        <p:nvPicPr>
          <p:cNvPr id="298" name="Grafik 176"/>
          <p:cNvPicPr>
            <a:picLocks noChangeAspect="1"/>
          </p:cNvPicPr>
          <p:nvPr/>
        </p:nvPicPr>
        <p:blipFill>
          <a:blip r:embed="rId16"/>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alle verfügbaren Spiele auf einen Blick sehen, schnell wählen und nach einer Runde ohne Umwege zurück zur Auswahl kommen.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US-002: Als Spieler möchte ich im Hauptmenü zwischen den verfügbaren Spielen wählen, damit ich das Spiel mit den für mich besten Chancen spielen kann.
Akzeptanz: Alle registrierten Spiele werden gelistet; ungültige Eingaben werden abgewiesen; bei 0 Jetons wird der Start blockiert.</a:t>
            </a:r>
            <a:endParaRPr sz="1200">
              <a:latin typeface="Arial"/>
              <a:ea typeface="Arial"/>
              <a:cs typeface="Arial"/>
            </a:endParaRPr>
          </a:p>
        </p:txBody>
      </p:sp>
      <p:pic>
        <p:nvPicPr>
          <p:cNvPr id="3" name="Grafik 2">
            <a:extLst>
              <a:ext uri="{FF2B5EF4-FFF2-40B4-BE49-F238E27FC236}">
                <a16:creationId xmlns:a16="http://schemas.microsoft.com/office/drawing/2014/main" id="{3E497655-4A17-4D43-EB62-A6B2F57D5AC4}"/>
              </a:ext>
            </a:extLst>
          </p:cNvPr>
          <p:cNvPicPr>
            <a:picLocks noChangeAspect="1"/>
          </p:cNvPicPr>
          <p:nvPr/>
        </p:nvPicPr>
        <p:blipFill>
          <a:blip r:embed="rId17"/>
          <a:stretch>
            <a:fillRect/>
          </a:stretch>
        </p:blipFill>
        <p:spPr>
          <a:xfrm>
            <a:off x="449053" y="-397425"/>
            <a:ext cx="1538683" cy="1892299"/>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Deniz</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Banker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Kaufmann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24</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Aarau</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„Mit dem richtigen Einsatz und genug Gegnern hole ich das wieder rein.“</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Deniz spielt seit zwei Jahren Blackjack und ist überzeugt, ein System zu haben. Er führt Buch über seine Runden und erhöht den Einsatz nach jeder Niederlage.</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Einsatz und Anzahl Computergegner vor jeder Runde selbst festlegen und den Verlauf über Hit und Stand aktiv steuern.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a:latin typeface="Arial"/>
                <a:ea typeface="Arial"/>
                <a:cs typeface="Arial"/>
              </a:rPr>
              <a:t>US-003: Als Blackjack-Spieler möchte ich Einsatz und Anzahl Gegner festlegen, damit ich meinen möglichen Gewinn erhöhen kann.
Akzeptanz: Einsatz &gt; Guthaben wird abgelehnt; Gegnerzahl nur 1–5; Auszahlungsfaktor steigt mit der Gegnerzahl.
US-004: Als Blackjack-Spieler möchte ich zwischen Hit und Stand wählen, damit ich meine Hand möglichst nahe an 21 bringe.
Akzeptanz: über 21 sofort verloren; Ass zählt 1 oder 11; Gegner ziehen bis 17.</a:t>
            </a:r>
            <a:endParaRPr sz="1200">
              <a:latin typeface="Arial"/>
              <a:ea typeface="Arial"/>
              <a:cs typeface="Arial"/>
            </a:endParaRPr>
          </a:p>
        </p:txBody>
      </p:sp>
      <p:pic>
        <p:nvPicPr>
          <p:cNvPr id="3" name="Grafik 2">
            <a:extLst>
              <a:ext uri="{FF2B5EF4-FFF2-40B4-BE49-F238E27FC236}">
                <a16:creationId xmlns:a16="http://schemas.microsoft.com/office/drawing/2014/main" id="{BDEF2F5B-6AAC-695F-C245-F846D4E57B8A}"/>
              </a:ext>
            </a:extLst>
          </p:cNvPr>
          <p:cNvPicPr>
            <a:picLocks noChangeAspect="1"/>
          </p:cNvPicPr>
          <p:nvPr/>
        </p:nvPicPr>
        <p:blipFill>
          <a:blip r:embed="rId18"/>
          <a:stretch>
            <a:fillRect/>
          </a:stretch>
        </p:blipFill>
        <p:spPr>
          <a:xfrm>
            <a:off x="363369" y="49553"/>
            <a:ext cx="1726803" cy="1381442"/>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Céline</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Marketing</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Kauffrau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38</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Baden</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Verheiratet</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setze nie alles auf ein Feld – ich verteile.“</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Céline spielt seit Jahren Roulette und setzt bewusst auf mehrere Felder gleichzeitig. Vor dem Dreh will sie sehen, wie viel insgesamt im Spiel ist.</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Sie will Farb- und Nummerneinsätze in derselben Runde kombinieren und die Gesamtsumme vor dem Dreh kontrollieren.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dirty="0">
                <a:latin typeface="Arial"/>
                <a:ea typeface="Arial"/>
                <a:cs typeface="Arial"/>
              </a:rPr>
              <a:t>US-00</a:t>
            </a:r>
            <a:r>
              <a:rPr lang="de-CH" sz="1000" dirty="0">
                <a:latin typeface="Arial"/>
                <a:ea typeface="Arial"/>
                <a:cs typeface="Arial"/>
              </a:rPr>
              <a:t>4</a:t>
            </a:r>
            <a:r>
              <a:rPr sz="1000" dirty="0">
                <a:latin typeface="Arial"/>
                <a:ea typeface="Arial"/>
                <a:cs typeface="Arial"/>
              </a:rPr>
              <a:t>: Als Roulette-</a:t>
            </a:r>
            <a:r>
              <a:rPr sz="1000" dirty="0" err="1">
                <a:latin typeface="Arial"/>
                <a:ea typeface="Arial"/>
                <a:cs typeface="Arial"/>
              </a:rPr>
              <a:t>Spielerin</a:t>
            </a:r>
            <a:r>
              <a:rPr sz="1000" dirty="0">
                <a:latin typeface="Arial"/>
                <a:ea typeface="Arial"/>
                <a:cs typeface="Arial"/>
              </a:rPr>
              <a:t> </a:t>
            </a:r>
            <a:r>
              <a:rPr sz="1000" dirty="0" err="1">
                <a:latin typeface="Arial"/>
                <a:ea typeface="Arial"/>
                <a:cs typeface="Arial"/>
              </a:rPr>
              <a:t>möchte</a:t>
            </a:r>
            <a:r>
              <a:rPr sz="1000" dirty="0">
                <a:latin typeface="Arial"/>
                <a:ea typeface="Arial"/>
                <a:cs typeface="Arial"/>
              </a:rPr>
              <a:t> ich auf Rot </a:t>
            </a:r>
            <a:r>
              <a:rPr sz="1000" dirty="0" err="1">
                <a:latin typeface="Arial"/>
                <a:ea typeface="Arial"/>
                <a:cs typeface="Arial"/>
              </a:rPr>
              <a:t>oder</a:t>
            </a:r>
            <a:r>
              <a:rPr sz="1000" dirty="0">
                <a:latin typeface="Arial"/>
                <a:ea typeface="Arial"/>
                <a:cs typeface="Arial"/>
              </a:rPr>
              <a:t> Schwarz </a:t>
            </a:r>
            <a:r>
              <a:rPr sz="1000" dirty="0" err="1">
                <a:latin typeface="Arial"/>
                <a:ea typeface="Arial"/>
                <a:cs typeface="Arial"/>
              </a:rPr>
              <a:t>setzen</a:t>
            </a:r>
            <a:r>
              <a:rPr sz="1000" dirty="0">
                <a:latin typeface="Arial"/>
                <a:ea typeface="Arial"/>
                <a:cs typeface="Arial"/>
              </a:rPr>
              <a:t>, </a:t>
            </a:r>
            <a:r>
              <a:rPr sz="1000" dirty="0" err="1">
                <a:latin typeface="Arial"/>
                <a:ea typeface="Arial"/>
                <a:cs typeface="Arial"/>
              </a:rPr>
              <a:t>damit</a:t>
            </a:r>
            <a:r>
              <a:rPr sz="1000" dirty="0">
                <a:latin typeface="Arial"/>
                <a:ea typeface="Arial"/>
                <a:cs typeface="Arial"/>
              </a:rPr>
              <a:t> ich </a:t>
            </a:r>
            <a:r>
              <a:rPr sz="1000" dirty="0" err="1">
                <a:latin typeface="Arial"/>
                <a:ea typeface="Arial"/>
                <a:cs typeface="Arial"/>
              </a:rPr>
              <a:t>mit</a:t>
            </a:r>
            <a:r>
              <a:rPr sz="1000" dirty="0">
                <a:latin typeface="Arial"/>
                <a:ea typeface="Arial"/>
                <a:cs typeface="Arial"/>
              </a:rPr>
              <a:t> </a:t>
            </a:r>
            <a:r>
              <a:rPr sz="1000" dirty="0" err="1">
                <a:latin typeface="Arial"/>
                <a:ea typeface="Arial"/>
                <a:cs typeface="Arial"/>
              </a:rPr>
              <a:t>hoher</a:t>
            </a:r>
            <a:r>
              <a:rPr sz="1000" dirty="0">
                <a:latin typeface="Arial"/>
                <a:ea typeface="Arial"/>
                <a:cs typeface="Arial"/>
              </a:rPr>
              <a:t> </a:t>
            </a:r>
            <a:r>
              <a:rPr sz="1000" dirty="0" err="1">
                <a:latin typeface="Arial"/>
                <a:ea typeface="Arial"/>
                <a:cs typeface="Arial"/>
              </a:rPr>
              <a:t>Trefferchance</a:t>
            </a:r>
            <a:r>
              <a:rPr sz="1000" dirty="0">
                <a:latin typeface="Arial"/>
                <a:ea typeface="Arial"/>
                <a:cs typeface="Arial"/>
              </a:rPr>
              <a:t> </a:t>
            </a:r>
            <a:r>
              <a:rPr sz="1000" dirty="0" err="1">
                <a:latin typeface="Arial"/>
                <a:ea typeface="Arial"/>
                <a:cs typeface="Arial"/>
              </a:rPr>
              <a:t>spiele</a:t>
            </a:r>
            <a:r>
              <a:rPr sz="1000" dirty="0">
                <a:latin typeface="Arial"/>
                <a:ea typeface="Arial"/>
                <a:cs typeface="Arial"/>
              </a:rPr>
              <a:t>.
</a:t>
            </a:r>
            <a:r>
              <a:rPr sz="1000" dirty="0" err="1">
                <a:latin typeface="Arial"/>
                <a:ea typeface="Arial"/>
                <a:cs typeface="Arial"/>
              </a:rPr>
              <a:t>Akzeptanz</a:t>
            </a:r>
            <a:r>
              <a:rPr sz="1000" dirty="0">
                <a:latin typeface="Arial"/>
                <a:ea typeface="Arial"/>
                <a:cs typeface="Arial"/>
              </a:rPr>
              <a:t>: </a:t>
            </a:r>
            <a:r>
              <a:rPr sz="1000" dirty="0" err="1">
                <a:latin typeface="Arial"/>
                <a:ea typeface="Arial"/>
                <a:cs typeface="Arial"/>
              </a:rPr>
              <a:t>Farbtreffer</a:t>
            </a:r>
            <a:r>
              <a:rPr sz="1000" dirty="0">
                <a:latin typeface="Arial"/>
                <a:ea typeface="Arial"/>
                <a:cs typeface="Arial"/>
              </a:rPr>
              <a:t> </a:t>
            </a:r>
            <a:r>
              <a:rPr sz="1000" dirty="0" err="1">
                <a:latin typeface="Arial"/>
                <a:ea typeface="Arial"/>
                <a:cs typeface="Arial"/>
              </a:rPr>
              <a:t>zahlt</a:t>
            </a:r>
            <a:r>
              <a:rPr sz="1000" dirty="0">
                <a:latin typeface="Arial"/>
                <a:ea typeface="Arial"/>
                <a:cs typeface="Arial"/>
              </a:rPr>
              <a:t> 1:1; </a:t>
            </a:r>
            <a:r>
              <a:rPr sz="1000" dirty="0" err="1">
                <a:latin typeface="Arial"/>
                <a:ea typeface="Arial"/>
                <a:cs typeface="Arial"/>
              </a:rPr>
              <a:t>bei</a:t>
            </a:r>
            <a:r>
              <a:rPr sz="1000" dirty="0">
                <a:latin typeface="Arial"/>
                <a:ea typeface="Arial"/>
                <a:cs typeface="Arial"/>
              </a:rPr>
              <a:t> der 0 </a:t>
            </a:r>
            <a:r>
              <a:rPr sz="1000" dirty="0" err="1">
                <a:latin typeface="Arial"/>
                <a:ea typeface="Arial"/>
                <a:cs typeface="Arial"/>
              </a:rPr>
              <a:t>sind</a:t>
            </a:r>
            <a:r>
              <a:rPr sz="1000" dirty="0">
                <a:latin typeface="Arial"/>
                <a:ea typeface="Arial"/>
                <a:cs typeface="Arial"/>
              </a:rPr>
              <a:t> </a:t>
            </a:r>
            <a:r>
              <a:rPr sz="1000" dirty="0" err="1">
                <a:latin typeface="Arial"/>
                <a:ea typeface="Arial"/>
                <a:cs typeface="Arial"/>
              </a:rPr>
              <a:t>Farbeinsätze</a:t>
            </a:r>
            <a:r>
              <a:rPr sz="1000" dirty="0">
                <a:latin typeface="Arial"/>
                <a:ea typeface="Arial"/>
                <a:cs typeface="Arial"/>
              </a:rPr>
              <a:t> </a:t>
            </a:r>
            <a:r>
              <a:rPr sz="1000" dirty="0" err="1">
                <a:latin typeface="Arial"/>
                <a:ea typeface="Arial"/>
                <a:cs typeface="Arial"/>
              </a:rPr>
              <a:t>verloren</a:t>
            </a:r>
            <a:r>
              <a:rPr sz="1000" dirty="0">
                <a:latin typeface="Arial"/>
                <a:ea typeface="Arial"/>
                <a:cs typeface="Arial"/>
              </a:rPr>
              <a:t>.
US-006: Als Roulette-</a:t>
            </a:r>
            <a:r>
              <a:rPr sz="1000" dirty="0" err="1">
                <a:latin typeface="Arial"/>
                <a:ea typeface="Arial"/>
                <a:cs typeface="Arial"/>
              </a:rPr>
              <a:t>Spielerin</a:t>
            </a:r>
            <a:r>
              <a:rPr sz="1000" dirty="0">
                <a:latin typeface="Arial"/>
                <a:ea typeface="Arial"/>
                <a:cs typeface="Arial"/>
              </a:rPr>
              <a:t> </a:t>
            </a:r>
            <a:r>
              <a:rPr sz="1000" dirty="0" err="1">
                <a:latin typeface="Arial"/>
                <a:ea typeface="Arial"/>
                <a:cs typeface="Arial"/>
              </a:rPr>
              <a:t>möchte</a:t>
            </a:r>
            <a:r>
              <a:rPr sz="1000" dirty="0">
                <a:latin typeface="Arial"/>
                <a:ea typeface="Arial"/>
                <a:cs typeface="Arial"/>
              </a:rPr>
              <a:t> ich </a:t>
            </a:r>
            <a:r>
              <a:rPr sz="1000" dirty="0" err="1">
                <a:latin typeface="Arial"/>
                <a:ea typeface="Arial"/>
                <a:cs typeface="Arial"/>
              </a:rPr>
              <a:t>mehrere</a:t>
            </a:r>
            <a:r>
              <a:rPr sz="1000" dirty="0">
                <a:latin typeface="Arial"/>
                <a:ea typeface="Arial"/>
                <a:cs typeface="Arial"/>
              </a:rPr>
              <a:t> Felder </a:t>
            </a:r>
            <a:r>
              <a:rPr sz="1000" dirty="0" err="1">
                <a:latin typeface="Arial"/>
                <a:ea typeface="Arial"/>
                <a:cs typeface="Arial"/>
              </a:rPr>
              <a:t>gleichzeitig</a:t>
            </a:r>
            <a:r>
              <a:rPr sz="1000" dirty="0">
                <a:latin typeface="Arial"/>
                <a:ea typeface="Arial"/>
                <a:cs typeface="Arial"/>
              </a:rPr>
              <a:t> </a:t>
            </a:r>
            <a:r>
              <a:rPr sz="1000" dirty="0" err="1">
                <a:latin typeface="Arial"/>
                <a:ea typeface="Arial"/>
                <a:cs typeface="Arial"/>
              </a:rPr>
              <a:t>besetzen</a:t>
            </a:r>
            <a:r>
              <a:rPr sz="1000" dirty="0">
                <a:latin typeface="Arial"/>
                <a:ea typeface="Arial"/>
                <a:cs typeface="Arial"/>
              </a:rPr>
              <a:t>, </a:t>
            </a:r>
            <a:r>
              <a:rPr sz="1000" dirty="0" err="1">
                <a:latin typeface="Arial"/>
                <a:ea typeface="Arial"/>
                <a:cs typeface="Arial"/>
              </a:rPr>
              <a:t>damit</a:t>
            </a:r>
            <a:r>
              <a:rPr sz="1000" dirty="0">
                <a:latin typeface="Arial"/>
                <a:ea typeface="Arial"/>
                <a:cs typeface="Arial"/>
              </a:rPr>
              <a:t> ich </a:t>
            </a:r>
            <a:r>
              <a:rPr sz="1000" dirty="0" err="1">
                <a:latin typeface="Arial"/>
                <a:ea typeface="Arial"/>
                <a:cs typeface="Arial"/>
              </a:rPr>
              <a:t>meine</a:t>
            </a:r>
            <a:r>
              <a:rPr sz="1000" dirty="0">
                <a:latin typeface="Arial"/>
                <a:ea typeface="Arial"/>
                <a:cs typeface="Arial"/>
              </a:rPr>
              <a:t> </a:t>
            </a:r>
            <a:r>
              <a:rPr sz="1000" dirty="0" err="1">
                <a:latin typeface="Arial"/>
                <a:ea typeface="Arial"/>
                <a:cs typeface="Arial"/>
              </a:rPr>
              <a:t>Verluste</a:t>
            </a:r>
            <a:r>
              <a:rPr sz="1000" dirty="0">
                <a:latin typeface="Arial"/>
                <a:ea typeface="Arial"/>
                <a:cs typeface="Arial"/>
              </a:rPr>
              <a:t> </a:t>
            </a:r>
            <a:r>
              <a:rPr sz="1000" dirty="0" err="1">
                <a:latin typeface="Arial"/>
                <a:ea typeface="Arial"/>
                <a:cs typeface="Arial"/>
              </a:rPr>
              <a:t>breiter</a:t>
            </a:r>
            <a:r>
              <a:rPr sz="1000" dirty="0">
                <a:latin typeface="Arial"/>
                <a:ea typeface="Arial"/>
                <a:cs typeface="Arial"/>
              </a:rPr>
              <a:t> </a:t>
            </a:r>
            <a:r>
              <a:rPr sz="1000" dirty="0" err="1">
                <a:latin typeface="Arial"/>
                <a:ea typeface="Arial"/>
                <a:cs typeface="Arial"/>
              </a:rPr>
              <a:t>streue</a:t>
            </a:r>
            <a:r>
              <a:rPr sz="1000" dirty="0">
                <a:latin typeface="Arial"/>
                <a:ea typeface="Arial"/>
                <a:cs typeface="Arial"/>
              </a:rPr>
              <a:t>.
</a:t>
            </a:r>
            <a:r>
              <a:rPr sz="1000" dirty="0" err="1">
                <a:latin typeface="Arial"/>
                <a:ea typeface="Arial"/>
                <a:cs typeface="Arial"/>
              </a:rPr>
              <a:t>Akzeptanz</a:t>
            </a:r>
            <a:r>
              <a:rPr sz="1000" dirty="0">
                <a:latin typeface="Arial"/>
                <a:ea typeface="Arial"/>
                <a:cs typeface="Arial"/>
              </a:rPr>
              <a:t>: Summe </a:t>
            </a:r>
            <a:r>
              <a:rPr sz="1000" dirty="0" err="1">
                <a:latin typeface="Arial"/>
                <a:ea typeface="Arial"/>
                <a:cs typeface="Arial"/>
              </a:rPr>
              <a:t>aller</a:t>
            </a:r>
            <a:r>
              <a:rPr sz="1000" dirty="0">
                <a:latin typeface="Arial"/>
                <a:ea typeface="Arial"/>
                <a:cs typeface="Arial"/>
              </a:rPr>
              <a:t> </a:t>
            </a:r>
            <a:r>
              <a:rPr sz="1000" dirty="0" err="1">
                <a:latin typeface="Arial"/>
                <a:ea typeface="Arial"/>
                <a:cs typeface="Arial"/>
              </a:rPr>
              <a:t>Einsätze</a:t>
            </a:r>
            <a:r>
              <a:rPr sz="1000" dirty="0">
                <a:latin typeface="Arial"/>
                <a:ea typeface="Arial"/>
                <a:cs typeface="Arial"/>
              </a:rPr>
              <a:t> ≤ </a:t>
            </a:r>
            <a:r>
              <a:rPr sz="1000" dirty="0" err="1">
                <a:latin typeface="Arial"/>
                <a:ea typeface="Arial"/>
                <a:cs typeface="Arial"/>
              </a:rPr>
              <a:t>Guthaben</a:t>
            </a:r>
            <a:r>
              <a:rPr sz="1000" dirty="0">
                <a:latin typeface="Arial"/>
                <a:ea typeface="Arial"/>
                <a:cs typeface="Arial"/>
              </a:rPr>
              <a:t>; Nummer </a:t>
            </a:r>
            <a:r>
              <a:rPr sz="1000" dirty="0" err="1">
                <a:latin typeface="Arial"/>
                <a:ea typeface="Arial"/>
                <a:cs typeface="Arial"/>
              </a:rPr>
              <a:t>zahlt</a:t>
            </a:r>
            <a:r>
              <a:rPr sz="1000" dirty="0">
                <a:latin typeface="Arial"/>
                <a:ea typeface="Arial"/>
                <a:cs typeface="Arial"/>
              </a:rPr>
              <a:t> 35:1; </a:t>
            </a:r>
            <a:r>
              <a:rPr sz="1000" dirty="0" err="1">
                <a:latin typeface="Arial"/>
                <a:ea typeface="Arial"/>
                <a:cs typeface="Arial"/>
              </a:rPr>
              <a:t>Übersicht</a:t>
            </a:r>
            <a:r>
              <a:rPr sz="1000" dirty="0">
                <a:latin typeface="Arial"/>
                <a:ea typeface="Arial"/>
                <a:cs typeface="Arial"/>
              </a:rPr>
              <a:t> </a:t>
            </a:r>
            <a:r>
              <a:rPr sz="1000" dirty="0" err="1">
                <a:latin typeface="Arial"/>
                <a:ea typeface="Arial"/>
                <a:cs typeface="Arial"/>
              </a:rPr>
              <a:t>vor</a:t>
            </a:r>
            <a:r>
              <a:rPr sz="1000" dirty="0">
                <a:latin typeface="Arial"/>
                <a:ea typeface="Arial"/>
                <a:cs typeface="Arial"/>
              </a:rPr>
              <a:t> dem </a:t>
            </a:r>
            <a:r>
              <a:rPr sz="1000" dirty="0" err="1">
                <a:latin typeface="Arial"/>
                <a:ea typeface="Arial"/>
                <a:cs typeface="Arial"/>
              </a:rPr>
              <a:t>Dreh</a:t>
            </a:r>
            <a:r>
              <a:rPr sz="1000" dirty="0">
                <a:latin typeface="Arial"/>
                <a:ea typeface="Arial"/>
                <a:cs typeface="Arial"/>
              </a:rPr>
              <a:t>.</a:t>
            </a:r>
            <a:endParaRPr sz="1200" dirty="0">
              <a:latin typeface="Arial"/>
              <a:ea typeface="Arial"/>
              <a:cs typeface="Arial"/>
            </a:endParaRPr>
          </a:p>
        </p:txBody>
      </p:sp>
      <p:pic>
        <p:nvPicPr>
          <p:cNvPr id="3" name="Grafik 2">
            <a:extLst>
              <a:ext uri="{FF2B5EF4-FFF2-40B4-BE49-F238E27FC236}">
                <a16:creationId xmlns:a16="http://schemas.microsoft.com/office/drawing/2014/main" id="{D637180D-D4DB-EE6C-A28B-E36717ABC347}"/>
              </a:ext>
            </a:extLst>
          </p:cNvPr>
          <p:cNvPicPr>
            <a:picLocks noChangeAspect="1"/>
          </p:cNvPicPr>
          <p:nvPr/>
        </p:nvPicPr>
        <p:blipFill>
          <a:blip r:embed="rId18"/>
          <a:stretch>
            <a:fillRect/>
          </a:stretch>
        </p:blipFill>
        <p:spPr>
          <a:xfrm>
            <a:off x="483548" y="25180"/>
            <a:ext cx="1469694" cy="1469694"/>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20%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901180"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sz="2000">
                <a:latin typeface="Arial"/>
                <a:ea typeface="Arial"/>
                <a:cs typeface="Arial"/>
              </a:rPr>
              <a:t>Tobias</a:t>
            </a: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827150"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Lernender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Informatiker</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19</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Lenzburg</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Single</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muss jederzeit sehen, wie viel ich noch habe.“</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Tobias spielt im Zug auf dem Arbeitsweg und verliert im Eifer schnell den Überblick über sein Guthaben. Oft merkt er erst am Rundenende, wie viel weg ist.</a:t>
            </a:r>
            <a:endParaRPr sz="120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Nutzungsgrund</a:t>
            </a:r>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100">
                <a:latin typeface="Arial"/>
                <a:ea typeface="Arial"/>
                <a:cs typeface="Arial"/>
              </a:rPr>
              <a:t>Er will den aktuellen Jeton-Stand nach jeder Änderung sofort und an jeder Stelle der Anwendung sehen, ohne selbst nachzurechnen.</a:t>
            </a:r>
            <a:endParaRPr sz="120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dirty="0">
                <a:latin typeface="Arial"/>
                <a:ea typeface="Arial"/>
                <a:cs typeface="Arial"/>
              </a:rPr>
              <a:t>US-00</a:t>
            </a:r>
            <a:r>
              <a:rPr lang="de-CH" sz="1000" dirty="0">
                <a:latin typeface="Arial"/>
                <a:ea typeface="Arial"/>
                <a:cs typeface="Arial"/>
              </a:rPr>
              <a:t>5</a:t>
            </a:r>
            <a:r>
              <a:rPr sz="1000" dirty="0">
                <a:latin typeface="Arial"/>
                <a:ea typeface="Arial"/>
                <a:cs typeface="Arial"/>
              </a:rPr>
              <a:t>: Als Spieler </a:t>
            </a:r>
            <a:r>
              <a:rPr sz="1000" dirty="0" err="1">
                <a:latin typeface="Arial"/>
                <a:ea typeface="Arial"/>
                <a:cs typeface="Arial"/>
              </a:rPr>
              <a:t>möchte</a:t>
            </a:r>
            <a:r>
              <a:rPr sz="1000" dirty="0">
                <a:latin typeface="Arial"/>
                <a:ea typeface="Arial"/>
                <a:cs typeface="Arial"/>
              </a:rPr>
              <a:t> ich </a:t>
            </a:r>
            <a:r>
              <a:rPr sz="1000" dirty="0" err="1">
                <a:latin typeface="Arial"/>
                <a:ea typeface="Arial"/>
                <a:cs typeface="Arial"/>
              </a:rPr>
              <a:t>meinen</a:t>
            </a:r>
            <a:r>
              <a:rPr sz="1000" dirty="0">
                <a:latin typeface="Arial"/>
                <a:ea typeface="Arial"/>
                <a:cs typeface="Arial"/>
              </a:rPr>
              <a:t> Jeton-</a:t>
            </a:r>
            <a:r>
              <a:rPr sz="1000" dirty="0" err="1">
                <a:latin typeface="Arial"/>
                <a:ea typeface="Arial"/>
                <a:cs typeface="Arial"/>
              </a:rPr>
              <a:t>Kontostand</a:t>
            </a:r>
            <a:r>
              <a:rPr sz="1000" dirty="0">
                <a:latin typeface="Arial"/>
                <a:ea typeface="Arial"/>
                <a:cs typeface="Arial"/>
              </a:rPr>
              <a:t> </a:t>
            </a:r>
            <a:r>
              <a:rPr sz="1000" dirty="0" err="1">
                <a:latin typeface="Arial"/>
                <a:ea typeface="Arial"/>
                <a:cs typeface="Arial"/>
              </a:rPr>
              <a:t>nach</a:t>
            </a:r>
            <a:r>
              <a:rPr sz="1000" dirty="0">
                <a:latin typeface="Arial"/>
                <a:ea typeface="Arial"/>
                <a:cs typeface="Arial"/>
              </a:rPr>
              <a:t> </a:t>
            </a:r>
            <a:r>
              <a:rPr sz="1000" dirty="0" err="1">
                <a:latin typeface="Arial"/>
                <a:ea typeface="Arial"/>
                <a:cs typeface="Arial"/>
              </a:rPr>
              <a:t>jeder</a:t>
            </a:r>
            <a:r>
              <a:rPr sz="1000" dirty="0">
                <a:latin typeface="Arial"/>
                <a:ea typeface="Arial"/>
                <a:cs typeface="Arial"/>
              </a:rPr>
              <a:t> </a:t>
            </a:r>
            <a:r>
              <a:rPr sz="1000" dirty="0" err="1">
                <a:latin typeface="Arial"/>
                <a:ea typeface="Arial"/>
                <a:cs typeface="Arial"/>
              </a:rPr>
              <a:t>Änderung</a:t>
            </a:r>
            <a:r>
              <a:rPr sz="1000" dirty="0">
                <a:latin typeface="Arial"/>
                <a:ea typeface="Arial"/>
                <a:cs typeface="Arial"/>
              </a:rPr>
              <a:t> </a:t>
            </a:r>
            <a:r>
              <a:rPr sz="1000" dirty="0" err="1">
                <a:latin typeface="Arial"/>
                <a:ea typeface="Arial"/>
                <a:cs typeface="Arial"/>
              </a:rPr>
              <a:t>sofort</a:t>
            </a:r>
            <a:r>
              <a:rPr sz="1000" dirty="0">
                <a:latin typeface="Arial"/>
                <a:ea typeface="Arial"/>
                <a:cs typeface="Arial"/>
              </a:rPr>
              <a:t> </a:t>
            </a:r>
            <a:r>
              <a:rPr sz="1000" dirty="0" err="1">
                <a:latin typeface="Arial"/>
                <a:ea typeface="Arial"/>
                <a:cs typeface="Arial"/>
              </a:rPr>
              <a:t>angezeigt</a:t>
            </a:r>
            <a:r>
              <a:rPr sz="1000" dirty="0">
                <a:latin typeface="Arial"/>
                <a:ea typeface="Arial"/>
                <a:cs typeface="Arial"/>
              </a:rPr>
              <a:t> </a:t>
            </a:r>
            <a:r>
              <a:rPr sz="1000" dirty="0" err="1">
                <a:latin typeface="Arial"/>
                <a:ea typeface="Arial"/>
                <a:cs typeface="Arial"/>
              </a:rPr>
              <a:t>bekommen</a:t>
            </a:r>
            <a:r>
              <a:rPr sz="1000" dirty="0">
                <a:latin typeface="Arial"/>
                <a:ea typeface="Arial"/>
                <a:cs typeface="Arial"/>
              </a:rPr>
              <a:t>, </a:t>
            </a:r>
            <a:r>
              <a:rPr sz="1000" dirty="0" err="1">
                <a:latin typeface="Arial"/>
                <a:ea typeface="Arial"/>
                <a:cs typeface="Arial"/>
              </a:rPr>
              <a:t>damit</a:t>
            </a:r>
            <a:r>
              <a:rPr sz="1000" dirty="0">
                <a:latin typeface="Arial"/>
                <a:ea typeface="Arial"/>
                <a:cs typeface="Arial"/>
              </a:rPr>
              <a:t> ich </a:t>
            </a:r>
            <a:r>
              <a:rPr sz="1000" dirty="0" err="1">
                <a:latin typeface="Arial"/>
                <a:ea typeface="Arial"/>
                <a:cs typeface="Arial"/>
              </a:rPr>
              <a:t>jederzeit</a:t>
            </a:r>
            <a:r>
              <a:rPr sz="1000" dirty="0">
                <a:latin typeface="Arial"/>
                <a:ea typeface="Arial"/>
                <a:cs typeface="Arial"/>
              </a:rPr>
              <a:t> </a:t>
            </a:r>
            <a:r>
              <a:rPr sz="1000" dirty="0" err="1">
                <a:latin typeface="Arial"/>
                <a:ea typeface="Arial"/>
                <a:cs typeface="Arial"/>
              </a:rPr>
              <a:t>sehe</a:t>
            </a:r>
            <a:r>
              <a:rPr sz="1000" dirty="0">
                <a:latin typeface="Arial"/>
                <a:ea typeface="Arial"/>
                <a:cs typeface="Arial"/>
              </a:rPr>
              <a:t>, </a:t>
            </a:r>
            <a:r>
              <a:rPr sz="1000" dirty="0" err="1">
                <a:latin typeface="Arial"/>
                <a:ea typeface="Arial"/>
                <a:cs typeface="Arial"/>
              </a:rPr>
              <a:t>wie</a:t>
            </a:r>
            <a:r>
              <a:rPr sz="1000" dirty="0">
                <a:latin typeface="Arial"/>
                <a:ea typeface="Arial"/>
                <a:cs typeface="Arial"/>
              </a:rPr>
              <a:t> es um </a:t>
            </a:r>
            <a:r>
              <a:rPr sz="1000" dirty="0" err="1">
                <a:latin typeface="Arial"/>
                <a:ea typeface="Arial"/>
                <a:cs typeface="Arial"/>
              </a:rPr>
              <a:t>mich</a:t>
            </a:r>
            <a:r>
              <a:rPr sz="1000" dirty="0">
                <a:latin typeface="Arial"/>
                <a:ea typeface="Arial"/>
                <a:cs typeface="Arial"/>
              </a:rPr>
              <a:t> </a:t>
            </a:r>
            <a:r>
              <a:rPr sz="1000" dirty="0" err="1">
                <a:latin typeface="Arial"/>
                <a:ea typeface="Arial"/>
                <a:cs typeface="Arial"/>
              </a:rPr>
              <a:t>steht</a:t>
            </a:r>
            <a:r>
              <a:rPr sz="1000" dirty="0">
                <a:latin typeface="Arial"/>
                <a:ea typeface="Arial"/>
                <a:cs typeface="Arial"/>
              </a:rPr>
              <a:t>.
</a:t>
            </a:r>
            <a:r>
              <a:rPr sz="1000" dirty="0" err="1">
                <a:latin typeface="Arial"/>
                <a:ea typeface="Arial"/>
                <a:cs typeface="Arial"/>
              </a:rPr>
              <a:t>Akzeptanz</a:t>
            </a:r>
            <a:r>
              <a:rPr sz="1000" dirty="0">
                <a:latin typeface="Arial"/>
                <a:ea typeface="Arial"/>
                <a:cs typeface="Arial"/>
              </a:rPr>
              <a:t>: </a:t>
            </a:r>
            <a:r>
              <a:rPr sz="1000" dirty="0" err="1">
                <a:latin typeface="Arial"/>
                <a:ea typeface="Arial"/>
                <a:cs typeface="Arial"/>
              </a:rPr>
              <a:t>Anzeige</a:t>
            </a:r>
            <a:r>
              <a:rPr sz="1000" dirty="0">
                <a:latin typeface="Arial"/>
                <a:ea typeface="Arial"/>
                <a:cs typeface="Arial"/>
              </a:rPr>
              <a:t> </a:t>
            </a:r>
            <a:r>
              <a:rPr sz="1000" dirty="0" err="1">
                <a:latin typeface="Arial"/>
                <a:ea typeface="Arial"/>
                <a:cs typeface="Arial"/>
              </a:rPr>
              <a:t>stimmt</a:t>
            </a:r>
            <a:r>
              <a:rPr sz="1000" dirty="0">
                <a:latin typeface="Arial"/>
                <a:ea typeface="Arial"/>
                <a:cs typeface="Arial"/>
              </a:rPr>
              <a:t> </a:t>
            </a:r>
            <a:r>
              <a:rPr sz="1000" dirty="0" err="1">
                <a:latin typeface="Arial"/>
                <a:ea typeface="Arial"/>
                <a:cs typeface="Arial"/>
              </a:rPr>
              <a:t>nach</a:t>
            </a:r>
            <a:r>
              <a:rPr sz="1000" dirty="0">
                <a:latin typeface="Arial"/>
                <a:ea typeface="Arial"/>
                <a:cs typeface="Arial"/>
              </a:rPr>
              <a:t> </a:t>
            </a:r>
            <a:r>
              <a:rPr sz="1000" dirty="0" err="1">
                <a:latin typeface="Arial"/>
                <a:ea typeface="Arial"/>
                <a:cs typeface="Arial"/>
              </a:rPr>
              <a:t>jedem</a:t>
            </a:r>
            <a:r>
              <a:rPr sz="1000" dirty="0">
                <a:latin typeface="Arial"/>
                <a:ea typeface="Arial"/>
                <a:cs typeface="Arial"/>
              </a:rPr>
              <a:t> </a:t>
            </a:r>
            <a:r>
              <a:rPr sz="1000" dirty="0" err="1">
                <a:latin typeface="Arial"/>
                <a:ea typeface="Arial"/>
                <a:cs typeface="Arial"/>
              </a:rPr>
              <a:t>Gewinn</a:t>
            </a:r>
            <a:r>
              <a:rPr sz="1000" dirty="0">
                <a:latin typeface="Arial"/>
                <a:ea typeface="Arial"/>
                <a:cs typeface="Arial"/>
              </a:rPr>
              <a:t> und </a:t>
            </a:r>
            <a:r>
              <a:rPr sz="1000" dirty="0" err="1">
                <a:latin typeface="Arial"/>
                <a:ea typeface="Arial"/>
                <a:cs typeface="Arial"/>
              </a:rPr>
              <a:t>Verlust</a:t>
            </a:r>
            <a:r>
              <a:rPr sz="1000" dirty="0">
                <a:latin typeface="Arial"/>
                <a:ea typeface="Arial"/>
                <a:cs typeface="Arial"/>
              </a:rPr>
              <a:t>; </a:t>
            </a:r>
            <a:r>
              <a:rPr sz="1000" dirty="0" err="1">
                <a:latin typeface="Arial"/>
                <a:ea typeface="Arial"/>
                <a:cs typeface="Arial"/>
              </a:rPr>
              <a:t>kein</a:t>
            </a:r>
            <a:r>
              <a:rPr sz="1000" dirty="0">
                <a:latin typeface="Arial"/>
                <a:ea typeface="Arial"/>
                <a:cs typeface="Arial"/>
              </a:rPr>
              <a:t> </a:t>
            </a:r>
            <a:r>
              <a:rPr sz="1000" dirty="0" err="1">
                <a:latin typeface="Arial"/>
                <a:ea typeface="Arial"/>
                <a:cs typeface="Arial"/>
              </a:rPr>
              <a:t>aktives</a:t>
            </a:r>
            <a:r>
              <a:rPr sz="1000" dirty="0">
                <a:latin typeface="Arial"/>
                <a:ea typeface="Arial"/>
                <a:cs typeface="Arial"/>
              </a:rPr>
              <a:t> </a:t>
            </a:r>
            <a:r>
              <a:rPr sz="1000" dirty="0" err="1">
                <a:latin typeface="Arial"/>
                <a:ea typeface="Arial"/>
                <a:cs typeface="Arial"/>
              </a:rPr>
              <a:t>Abfragen</a:t>
            </a:r>
            <a:r>
              <a:rPr sz="1000" dirty="0">
                <a:latin typeface="Arial"/>
                <a:ea typeface="Arial"/>
                <a:cs typeface="Arial"/>
              </a:rPr>
              <a:t> des Kontos; </a:t>
            </a:r>
            <a:r>
              <a:rPr sz="1000" dirty="0" err="1">
                <a:latin typeface="Arial"/>
                <a:ea typeface="Arial"/>
                <a:cs typeface="Arial"/>
              </a:rPr>
              <a:t>weitere</a:t>
            </a:r>
            <a:r>
              <a:rPr sz="1000" dirty="0">
                <a:latin typeface="Arial"/>
                <a:ea typeface="Arial"/>
                <a:cs typeface="Arial"/>
              </a:rPr>
              <a:t> Beobachter </a:t>
            </a:r>
            <a:r>
              <a:rPr sz="1000" dirty="0" err="1">
                <a:latin typeface="Arial"/>
                <a:ea typeface="Arial"/>
                <a:cs typeface="Arial"/>
              </a:rPr>
              <a:t>sind</a:t>
            </a:r>
            <a:r>
              <a:rPr sz="1000" dirty="0">
                <a:latin typeface="Arial"/>
                <a:ea typeface="Arial"/>
                <a:cs typeface="Arial"/>
              </a:rPr>
              <a:t> </a:t>
            </a:r>
            <a:r>
              <a:rPr sz="1000" dirty="0" err="1">
                <a:latin typeface="Arial"/>
                <a:ea typeface="Arial"/>
                <a:cs typeface="Arial"/>
              </a:rPr>
              <a:t>ohne</a:t>
            </a:r>
            <a:r>
              <a:rPr sz="1000" dirty="0">
                <a:latin typeface="Arial"/>
                <a:ea typeface="Arial"/>
                <a:cs typeface="Arial"/>
              </a:rPr>
              <a:t> </a:t>
            </a:r>
            <a:r>
              <a:rPr sz="1000" dirty="0" err="1">
                <a:latin typeface="Arial"/>
                <a:ea typeface="Arial"/>
                <a:cs typeface="Arial"/>
              </a:rPr>
              <a:t>Änderung</a:t>
            </a:r>
            <a:r>
              <a:rPr sz="1000" dirty="0">
                <a:latin typeface="Arial"/>
                <a:ea typeface="Arial"/>
                <a:cs typeface="Arial"/>
              </a:rPr>
              <a:t> am </a:t>
            </a:r>
            <a:r>
              <a:rPr sz="1000" dirty="0" err="1">
                <a:latin typeface="Arial"/>
                <a:ea typeface="Arial"/>
                <a:cs typeface="Arial"/>
              </a:rPr>
              <a:t>Konto</a:t>
            </a:r>
            <a:r>
              <a:rPr sz="1000" dirty="0">
                <a:latin typeface="Arial"/>
                <a:ea typeface="Arial"/>
                <a:cs typeface="Arial"/>
              </a:rPr>
              <a:t> </a:t>
            </a:r>
            <a:r>
              <a:rPr sz="1000" dirty="0" err="1">
                <a:latin typeface="Arial"/>
                <a:ea typeface="Arial"/>
                <a:cs typeface="Arial"/>
              </a:rPr>
              <a:t>anhängbar</a:t>
            </a:r>
            <a:r>
              <a:rPr sz="1000" dirty="0">
                <a:latin typeface="Arial"/>
                <a:ea typeface="Arial"/>
                <a:cs typeface="Arial"/>
              </a:rPr>
              <a:t>.</a:t>
            </a:r>
            <a:endParaRPr sz="1200" dirty="0">
              <a:latin typeface="Arial"/>
              <a:ea typeface="Arial"/>
              <a:cs typeface="Arial"/>
            </a:endParaRPr>
          </a:p>
        </p:txBody>
      </p:sp>
      <p:pic>
        <p:nvPicPr>
          <p:cNvPr id="3" name="Grafik 2">
            <a:extLst>
              <a:ext uri="{FF2B5EF4-FFF2-40B4-BE49-F238E27FC236}">
                <a16:creationId xmlns:a16="http://schemas.microsoft.com/office/drawing/2014/main" id="{A63DB4D4-F918-0ED9-4760-2EEFD4B34AE5}"/>
              </a:ext>
            </a:extLst>
          </p:cNvPr>
          <p:cNvPicPr>
            <a:picLocks noChangeAspect="1"/>
          </p:cNvPicPr>
          <p:nvPr/>
        </p:nvPicPr>
        <p:blipFill>
          <a:blip r:embed="rId18"/>
          <a:stretch>
            <a:fillRect/>
          </a:stretch>
        </p:blipFill>
        <p:spPr>
          <a:xfrm>
            <a:off x="554124" y="22788"/>
            <a:ext cx="1367574" cy="1472086"/>
          </a:xfrm>
          <a:prstGeom prst="rect">
            <a:avLst/>
          </a:prstGeom>
        </p:spPr>
      </p:pic>
    </p:spTree>
    <p:extLst>
      <p:ext uri="{BB962C8B-B14F-4D97-AF65-F5344CB8AC3E}">
        <p14:creationId xmlns:p14="http://schemas.microsoft.com/office/powerpoint/2010/main" val="4018722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hteck">
            <a:extLst>
              <a:ext uri="{FF2B5EF4-FFF2-40B4-BE49-F238E27FC236}">
                <a16:creationId xmlns:a16="http://schemas.microsoft.com/office/drawing/2014/main" id="{21AA5DBD-B2C7-405C-8A3E-D9133923CDA8}"/>
              </a:ext>
            </a:extLst>
          </p:cNvPr>
          <p:cNvSpPr>
            <a:spLocks noGrp="1"/>
          </p:cNvSpPr>
          <p:nvPr/>
        </p:nvSpPr>
        <p:spPr>
          <a:xfrm>
            <a:off x="-35771" y="7451"/>
            <a:ext cx="2424688" cy="9906000"/>
          </a:xfrm>
          <a:prstGeom prst="rect">
            <a:avLst/>
          </a:prstGeom>
          <a:solidFill>
            <a:srgbClr val="3399FF"/>
          </a:solidFill>
          <a:ln w="3175"/>
        </p:spPr>
        <p:txBody>
          <a:bodyPr lIns="38100" tIns="38100" rIns="38100" bIns="38100" anchor="ctr"/>
          <a:lstStyle/>
          <a:p>
            <a:pPr>
              <a:buNone/>
              <a:defRPr sz="2800" b="0">
                <a:solidFill>
                  <a:srgbClr val="FFFFFF"/>
                </a:solidFill>
                <a:latin typeface="+mn-lt"/>
                <a:ea typeface="+mn-lt"/>
                <a:cs typeface="+mn-lt"/>
              </a:defRPr>
            </a:pPr>
            <a:endParaRPr sz="1000">
              <a:latin typeface="Arial"/>
              <a:ea typeface="Arial"/>
              <a:cs typeface="Arial"/>
            </a:endParaRPr>
          </a:p>
        </p:txBody>
      </p:sp>
      <p:sp>
        <p:nvSpPr>
          <p:cNvPr id="5" name="Ellipse 4">
            <a:extLst>
              <a:ext uri="{FF2B5EF4-FFF2-40B4-BE49-F238E27FC236}">
                <a16:creationId xmlns:a16="http://schemas.microsoft.com/office/drawing/2014/main" id="{6BD9946B-7A65-4B0F-A0FB-E8CC35677CB9}"/>
              </a:ext>
            </a:extLst>
          </p:cNvPr>
          <p:cNvSpPr>
            <a:spLocks noGrp="1"/>
          </p:cNvSpPr>
          <p:nvPr/>
        </p:nvSpPr>
        <p:spPr>
          <a:xfrm>
            <a:off x="565455" y="70231"/>
            <a:ext cx="1340086" cy="1340086"/>
          </a:xfrm>
          <a:prstGeom prst="ellipse">
            <a:avLst/>
          </a:pr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99" name="Grafik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266" y="485943"/>
            <a:ext cx="701888" cy="701888"/>
          </a:xfrm>
          <a:prstGeom prst="rect">
            <a:avLst/>
          </a:prstGeom>
        </p:spPr>
      </p:pic>
      <p:pic>
        <p:nvPicPr>
          <p:cNvPr id="200" name="Grafik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2464" y="485944"/>
            <a:ext cx="701888" cy="701888"/>
          </a:xfrm>
          <a:prstGeom prst="rect">
            <a:avLst/>
          </a:prstGeom>
        </p:spPr>
      </p:pic>
      <p:pic>
        <p:nvPicPr>
          <p:cNvPr id="201" name="Grafik 14"/>
          <p:cNvPicPr>
            <a:picLocks noChangeAspect="1"/>
          </p:cNvPicPr>
          <p:nvPr/>
        </p:nvPicPr>
        <p:blipFill>
          <a:blip r:embed="rId4"/>
          <a:stretch>
            <a:fillRect/>
          </a:stretch>
        </p:blipFill>
        <p:spPr>
          <a:xfrm>
            <a:off x="696445" y="2643818"/>
            <a:ext cx="336384" cy="336384"/>
          </a:xfrm>
          <a:prstGeom prst="rect">
            <a:avLst/>
          </a:prstGeom>
        </p:spPr>
      </p:pic>
      <p:pic>
        <p:nvPicPr>
          <p:cNvPr id="202" name="Grafik 16"/>
          <p:cNvPicPr>
            <a:picLocks noChangeAspect="1"/>
          </p:cNvPicPr>
          <p:nvPr/>
        </p:nvPicPr>
        <p:blipFill>
          <a:blip r:embed="rId5"/>
          <a:stretch>
            <a:fillRect/>
          </a:stretch>
        </p:blipFill>
        <p:spPr>
          <a:xfrm>
            <a:off x="214066" y="8627364"/>
            <a:ext cx="265742" cy="265742"/>
          </a:xfrm>
          <a:prstGeom prst="rect">
            <a:avLst/>
          </a:prstGeom>
        </p:spPr>
      </p:pic>
      <p:pic>
        <p:nvPicPr>
          <p:cNvPr id="203" name="Grafik 18"/>
          <p:cNvPicPr>
            <a:picLocks noChangeAspect="1"/>
          </p:cNvPicPr>
          <p:nvPr/>
        </p:nvPicPr>
        <p:blipFill>
          <a:blip r:embed="rId6"/>
          <a:stretch>
            <a:fillRect/>
          </a:stretch>
        </p:blipFill>
        <p:spPr>
          <a:xfrm>
            <a:off x="587532" y="8627364"/>
            <a:ext cx="265742" cy="265742"/>
          </a:xfrm>
          <a:prstGeom prst="rect">
            <a:avLst/>
          </a:prstGeom>
        </p:spPr>
      </p:pic>
      <p:pic>
        <p:nvPicPr>
          <p:cNvPr id="204" name="Grafik 20"/>
          <p:cNvPicPr>
            <a:picLocks noChangeAspect="1"/>
          </p:cNvPicPr>
          <p:nvPr/>
        </p:nvPicPr>
        <p:blipFill>
          <a:blip r:embed="rId7"/>
          <a:stretch>
            <a:fillRect/>
          </a:stretch>
        </p:blipFill>
        <p:spPr>
          <a:xfrm>
            <a:off x="989085" y="8607554"/>
            <a:ext cx="265742" cy="265742"/>
          </a:xfrm>
          <a:prstGeom prst="rect">
            <a:avLst/>
          </a:prstGeom>
        </p:spPr>
      </p:pic>
      <p:pic>
        <p:nvPicPr>
          <p:cNvPr id="205" name="Grafik 22"/>
          <p:cNvPicPr>
            <a:picLocks noChangeAspect="1"/>
          </p:cNvPicPr>
          <p:nvPr/>
        </p:nvPicPr>
        <p:blipFill>
          <a:blip r:embed="rId8"/>
          <a:stretch>
            <a:fillRect/>
          </a:stretch>
        </p:blipFill>
        <p:spPr>
          <a:xfrm>
            <a:off x="192676" y="9197885"/>
            <a:ext cx="265742" cy="265742"/>
          </a:xfrm>
          <a:prstGeom prst="rect">
            <a:avLst/>
          </a:prstGeom>
        </p:spPr>
      </p:pic>
      <p:pic>
        <p:nvPicPr>
          <p:cNvPr id="206" name="Grafik 24"/>
          <p:cNvPicPr>
            <a:picLocks noChangeAspect="1"/>
          </p:cNvPicPr>
          <p:nvPr/>
        </p:nvPicPr>
        <p:blipFill>
          <a:blip r:embed="rId9"/>
          <a:stretch>
            <a:fillRect/>
          </a:stretch>
        </p:blipFill>
        <p:spPr>
          <a:xfrm>
            <a:off x="557675" y="9209255"/>
            <a:ext cx="265742" cy="265742"/>
          </a:xfrm>
          <a:prstGeom prst="rect">
            <a:avLst/>
          </a:prstGeom>
        </p:spPr>
      </p:pic>
      <p:pic>
        <p:nvPicPr>
          <p:cNvPr id="207" name="Grafik 26"/>
          <p:cNvPicPr>
            <a:picLocks noChangeAspect="1"/>
          </p:cNvPicPr>
          <p:nvPr/>
        </p:nvPicPr>
        <p:blipFill>
          <a:blip r:embed="rId10"/>
          <a:stretch>
            <a:fillRect/>
          </a:stretch>
        </p:blipFill>
        <p:spPr>
          <a:xfrm>
            <a:off x="157117" y="2643818"/>
            <a:ext cx="336384" cy="336384"/>
          </a:xfrm>
          <a:prstGeom prst="rect">
            <a:avLst/>
          </a:prstGeom>
        </p:spPr>
      </p:pic>
      <p:sp>
        <p:nvSpPr>
          <p:cNvPr id="28" name="Rechteck">
            <a:extLst>
              <a:ext uri="{FF2B5EF4-FFF2-40B4-BE49-F238E27FC236}">
                <a16:creationId xmlns:a16="http://schemas.microsoft.com/office/drawing/2014/main" id="{4750C0A6-490D-4A49-8A18-E73489E56FE9}"/>
              </a:ext>
            </a:extLst>
          </p:cNvPr>
          <p:cNvSpPr>
            <a:spLocks noGrp="1"/>
          </p:cNvSpPr>
          <p:nvPr/>
        </p:nvSpPr>
        <p:spPr>
          <a:xfrm>
            <a:off x="2418199" y="0"/>
            <a:ext cx="147600" cy="9663113"/>
          </a:xfrm>
          <a:prstGeom prst="rect">
            <a:avLst/>
          </a:prstGeom>
          <a:solidFill>
            <a:srgbClr val="92E2FF"/>
          </a:solidFill>
          <a:ln w="3175"/>
        </p:spPr>
        <p:txBody>
          <a:bodyPr lIns="38100" tIns="38100" rIns="38100" bIns="38100" anchor="ctr"/>
          <a:lstStyle/>
          <a:p>
            <a:endParaRPr sz="2800">
              <a:solidFill>
                <a:srgbClr val="FFFFFF"/>
              </a:solidFill>
            </a:endParaRPr>
          </a:p>
        </p:txBody>
      </p:sp>
      <p:sp>
        <p:nvSpPr>
          <p:cNvPr id="30" name="Rechtwinkliges Dreieck 29">
            <a:extLst>
              <a:ext uri="{FF2B5EF4-FFF2-40B4-BE49-F238E27FC236}">
                <a16:creationId xmlns:a16="http://schemas.microsoft.com/office/drawing/2014/main" id="{F58D6FA0-8034-4CC5-8929-30729B0E12D2}"/>
              </a:ext>
            </a:extLst>
          </p:cNvPr>
          <p:cNvSpPr>
            <a:spLocks noGrp="1"/>
          </p:cNvSpPr>
          <p:nvPr/>
        </p:nvSpPr>
        <p:spPr>
          <a:xfrm rot="5400000">
            <a:off x="2372044" y="9709270"/>
            <a:ext cx="239910" cy="147600"/>
          </a:xfrm>
          <a:prstGeom prst="rtTriangle">
            <a:avLst/>
          </a:prstGeom>
          <a:solidFill>
            <a:srgbClr val="92E2FF"/>
          </a:solidFill>
          <a:ln w="3175"/>
        </p:spPr>
        <p:txBody>
          <a:bodyPr lIns="38100" tIns="38100" rIns="38100" bIns="38100" anchor="ctr"/>
          <a:lstStyle/>
          <a:p>
            <a:endParaRPr sz="2800">
              <a:solidFill>
                <a:srgbClr val="FFFFFF"/>
              </a:solidFill>
            </a:endParaRPr>
          </a:p>
        </p:txBody>
      </p:sp>
      <p:pic>
        <p:nvPicPr>
          <p:cNvPr id="210" name="Grafik 38"/>
          <p:cNvPicPr>
            <a:picLocks noChangeAspect="1"/>
          </p:cNvPicPr>
          <p:nvPr/>
        </p:nvPicPr>
        <p:blipFill>
          <a:blip r:embed="rId11"/>
          <a:stretch>
            <a:fillRect/>
          </a:stretch>
        </p:blipFill>
        <p:spPr>
          <a:xfrm>
            <a:off x="1426017" y="8616954"/>
            <a:ext cx="265742" cy="265742"/>
          </a:xfrm>
          <a:prstGeom prst="rect">
            <a:avLst/>
          </a:prstGeom>
        </p:spPr>
      </p:pic>
      <p:pic>
        <p:nvPicPr>
          <p:cNvPr id="211" name="Grafik 40"/>
          <p:cNvPicPr>
            <a:picLocks noChangeAspect="1"/>
          </p:cNvPicPr>
          <p:nvPr/>
        </p:nvPicPr>
        <p:blipFill>
          <a:blip r:embed="rId12"/>
          <a:stretch>
            <a:fillRect/>
          </a:stretch>
        </p:blipFill>
        <p:spPr>
          <a:xfrm>
            <a:off x="961029" y="9197885"/>
            <a:ext cx="265742" cy="265742"/>
          </a:xfrm>
          <a:prstGeom prst="rect">
            <a:avLst/>
          </a:prstGeom>
        </p:spPr>
      </p:pic>
      <p:sp>
        <p:nvSpPr>
          <p:cNvPr id="46" name="40%">
            <a:extLst>
              <a:ext uri="{FF2B5EF4-FFF2-40B4-BE49-F238E27FC236}">
                <a16:creationId xmlns:a16="http://schemas.microsoft.com/office/drawing/2014/main" id="{B105F850-775B-4953-9FDA-6173836F405B}"/>
              </a:ext>
            </a:extLst>
          </p:cNvPr>
          <p:cNvSpPr>
            <a:spLocks noGrp="1"/>
          </p:cNvSpPr>
          <p:nvPr/>
        </p:nvSpPr>
        <p:spPr>
          <a:xfrm>
            <a:off x="141795"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47" name="5%">
            <a:extLst>
              <a:ext uri="{FF2B5EF4-FFF2-40B4-BE49-F238E27FC236}">
                <a16:creationId xmlns:a16="http://schemas.microsoft.com/office/drawing/2014/main" id="{B761FD74-41CC-4517-8360-224480B54095}"/>
              </a:ext>
            </a:extLst>
          </p:cNvPr>
          <p:cNvSpPr>
            <a:spLocks noGrp="1"/>
          </p:cNvSpPr>
          <p:nvPr/>
        </p:nvSpPr>
        <p:spPr>
          <a:xfrm>
            <a:off x="1032574" y="8946358"/>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48" name="15%">
            <a:extLst>
              <a:ext uri="{FF2B5EF4-FFF2-40B4-BE49-F238E27FC236}">
                <a16:creationId xmlns:a16="http://schemas.microsoft.com/office/drawing/2014/main" id="{B3AFBE9D-3B87-4EEE-A4DC-243DAB4A00FF}"/>
              </a:ext>
            </a:extLst>
          </p:cNvPr>
          <p:cNvSpPr>
            <a:spLocks noGrp="1"/>
          </p:cNvSpPr>
          <p:nvPr/>
        </p:nvSpPr>
        <p:spPr>
          <a:xfrm>
            <a:off x="570182" y="8946358"/>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30%</a:t>
            </a:r>
          </a:p>
        </p:txBody>
      </p:sp>
      <p:sp>
        <p:nvSpPr>
          <p:cNvPr id="49" name="40%">
            <a:extLst>
              <a:ext uri="{FF2B5EF4-FFF2-40B4-BE49-F238E27FC236}">
                <a16:creationId xmlns:a16="http://schemas.microsoft.com/office/drawing/2014/main" id="{141A722F-4165-4835-A979-F38C4B4AB514}"/>
              </a:ext>
            </a:extLst>
          </p:cNvPr>
          <p:cNvSpPr>
            <a:spLocks noGrp="1"/>
          </p:cNvSpPr>
          <p:nvPr/>
        </p:nvSpPr>
        <p:spPr>
          <a:xfrm>
            <a:off x="529148"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0" name="0%">
            <a:extLst>
              <a:ext uri="{FF2B5EF4-FFF2-40B4-BE49-F238E27FC236}">
                <a16:creationId xmlns:a16="http://schemas.microsoft.com/office/drawing/2014/main" id="{93267ABD-3B59-438D-939B-BF4207DA111D}"/>
              </a:ext>
            </a:extLst>
          </p:cNvPr>
          <p:cNvSpPr>
            <a:spLocks noGrp="1"/>
          </p:cNvSpPr>
          <p:nvPr/>
        </p:nvSpPr>
        <p:spPr>
          <a:xfrm>
            <a:off x="935999" y="9511349"/>
            <a:ext cx="37164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40%</a:t>
            </a:r>
          </a:p>
        </p:txBody>
      </p:sp>
      <p:pic>
        <p:nvPicPr>
          <p:cNvPr id="217" name="Grafik 51"/>
          <p:cNvPicPr>
            <a:picLocks noChangeAspect="1"/>
          </p:cNvPicPr>
          <p:nvPr/>
        </p:nvPicPr>
        <p:blipFill>
          <a:blip r:embed="rId13"/>
          <a:stretch>
            <a:fillRect/>
          </a:stretch>
        </p:blipFill>
        <p:spPr>
          <a:xfrm>
            <a:off x="1888922" y="8656394"/>
            <a:ext cx="265743" cy="265743"/>
          </a:xfrm>
          <a:prstGeom prst="rect">
            <a:avLst/>
          </a:prstGeom>
        </p:spPr>
      </p:pic>
      <p:sp>
        <p:nvSpPr>
          <p:cNvPr id="53" name="40%">
            <a:extLst>
              <a:ext uri="{FF2B5EF4-FFF2-40B4-BE49-F238E27FC236}">
                <a16:creationId xmlns:a16="http://schemas.microsoft.com/office/drawing/2014/main" id="{93F35EC7-36D9-4745-9986-C4FE7847053C}"/>
              </a:ext>
            </a:extLst>
          </p:cNvPr>
          <p:cNvSpPr>
            <a:spLocks noGrp="1"/>
          </p:cNvSpPr>
          <p:nvPr/>
        </p:nvSpPr>
        <p:spPr>
          <a:xfrm>
            <a:off x="120429" y="9513745"/>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10%</a:t>
            </a:r>
          </a:p>
        </p:txBody>
      </p:sp>
      <p:sp>
        <p:nvSpPr>
          <p:cNvPr id="54" name="5%">
            <a:extLst>
              <a:ext uri="{FF2B5EF4-FFF2-40B4-BE49-F238E27FC236}">
                <a16:creationId xmlns:a16="http://schemas.microsoft.com/office/drawing/2014/main" id="{42115540-9E2E-4549-A8B0-48B52CFC47CF}"/>
              </a:ext>
            </a:extLst>
          </p:cNvPr>
          <p:cNvSpPr>
            <a:spLocks noGrp="1"/>
          </p:cNvSpPr>
          <p:nvPr/>
        </p:nvSpPr>
        <p:spPr>
          <a:xfrm>
            <a:off x="1445958" y="8946359"/>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6" name="5%">
            <a:extLst>
              <a:ext uri="{FF2B5EF4-FFF2-40B4-BE49-F238E27FC236}">
                <a16:creationId xmlns:a16="http://schemas.microsoft.com/office/drawing/2014/main" id="{D9049078-B517-4566-B31B-5005796A8C8F}"/>
              </a:ext>
            </a:extLst>
          </p:cNvPr>
          <p:cNvSpPr>
            <a:spLocks noGrp="1"/>
          </p:cNvSpPr>
          <p:nvPr/>
        </p:nvSpPr>
        <p:spPr>
          <a:xfrm>
            <a:off x="1830089" y="8952984"/>
            <a:ext cx="485219"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0%</a:t>
            </a:r>
          </a:p>
        </p:txBody>
      </p:sp>
      <p:sp>
        <p:nvSpPr>
          <p:cNvPr id="57" name="Persönlichkeit">
            <a:extLst>
              <a:ext uri="{FF2B5EF4-FFF2-40B4-BE49-F238E27FC236}">
                <a16:creationId xmlns:a16="http://schemas.microsoft.com/office/drawing/2014/main" id="{28B2D65B-7C0A-4540-9BB1-3A2BA1C3B320}"/>
              </a:ext>
            </a:extLst>
          </p:cNvPr>
          <p:cNvSpPr>
            <a:spLocks noGrp="1"/>
          </p:cNvSpPr>
          <p:nvPr/>
        </p:nvSpPr>
        <p:spPr>
          <a:xfrm>
            <a:off x="134284" y="4389010"/>
            <a:ext cx="1357206"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Internet</a:t>
            </a:r>
          </a:p>
        </p:txBody>
      </p:sp>
      <p:sp>
        <p:nvSpPr>
          <p:cNvPr id="58" name="Extrovertiert">
            <a:extLst>
              <a:ext uri="{FF2B5EF4-FFF2-40B4-BE49-F238E27FC236}">
                <a16:creationId xmlns:a16="http://schemas.microsoft.com/office/drawing/2014/main" id="{A8560577-5D82-4078-A956-BA30B12556FD}"/>
              </a:ext>
            </a:extLst>
          </p:cNvPr>
          <p:cNvSpPr>
            <a:spLocks noGrp="1"/>
          </p:cNvSpPr>
          <p:nvPr/>
        </p:nvSpPr>
        <p:spPr>
          <a:xfrm>
            <a:off x="82760" y="5533534"/>
            <a:ext cx="889922"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Extrovertiert</a:t>
            </a:r>
          </a:p>
        </p:txBody>
      </p:sp>
      <p:sp>
        <p:nvSpPr>
          <p:cNvPr id="59" name="Introvertiert">
            <a:extLst>
              <a:ext uri="{FF2B5EF4-FFF2-40B4-BE49-F238E27FC236}">
                <a16:creationId xmlns:a16="http://schemas.microsoft.com/office/drawing/2014/main" id="{124657A9-77EC-40D8-B30E-DCE00AD3FC02}"/>
              </a:ext>
            </a:extLst>
          </p:cNvPr>
          <p:cNvSpPr>
            <a:spLocks noGrp="1"/>
          </p:cNvSpPr>
          <p:nvPr/>
        </p:nvSpPr>
        <p:spPr>
          <a:xfrm>
            <a:off x="1388058" y="5537642"/>
            <a:ext cx="852703"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Introvertiert</a:t>
            </a:r>
          </a:p>
        </p:txBody>
      </p:sp>
      <p:sp>
        <p:nvSpPr>
          <p:cNvPr id="60" name="Planer">
            <a:extLst>
              <a:ext uri="{FF2B5EF4-FFF2-40B4-BE49-F238E27FC236}">
                <a16:creationId xmlns:a16="http://schemas.microsoft.com/office/drawing/2014/main" id="{D0FE18F3-FED4-4291-A264-345476A3EB02}"/>
              </a:ext>
            </a:extLst>
          </p:cNvPr>
          <p:cNvSpPr>
            <a:spLocks noGrp="1"/>
          </p:cNvSpPr>
          <p:nvPr/>
        </p:nvSpPr>
        <p:spPr>
          <a:xfrm>
            <a:off x="77024" y="5893187"/>
            <a:ext cx="1022692" cy="230832"/>
          </a:xfrm>
          <a:prstGeom prst="rect">
            <a:avLst/>
          </a:prstGeom>
          <a:ln w="3175"/>
        </p:spPr>
        <p:txBody>
          <a:bodyPr wrap="square" lIns="38100" tIns="38100" rIns="38100" bIns="38100" anchor="ctr">
            <a:spAutoFit/>
          </a:bodyPr>
          <a:lstStyle>
            <a:lvl1pPr>
              <a:buNone/>
              <a:defRPr sz="1000" b="0" spc="70">
                <a:solidFill>
                  <a:srgbClr val="FFFFFF"/>
                </a:solidFill>
                <a:latin typeface="Arial"/>
                <a:ea typeface="Arial"/>
                <a:cs typeface="Arial"/>
              </a:defRPr>
            </a:lvl1pPr>
          </a:lstStyle>
          <a:p>
            <a:r>
              <a:t>Planer</a:t>
            </a:r>
          </a:p>
        </p:txBody>
      </p:sp>
      <p:sp>
        <p:nvSpPr>
          <p:cNvPr id="61" name="Spontan">
            <a:extLst>
              <a:ext uri="{FF2B5EF4-FFF2-40B4-BE49-F238E27FC236}">
                <a16:creationId xmlns:a16="http://schemas.microsoft.com/office/drawing/2014/main" id="{88C99627-9916-45EB-B20F-0BCF83C38230}"/>
              </a:ext>
            </a:extLst>
          </p:cNvPr>
          <p:cNvSpPr>
            <a:spLocks noGrp="1"/>
          </p:cNvSpPr>
          <p:nvPr/>
        </p:nvSpPr>
        <p:spPr>
          <a:xfrm>
            <a:off x="1566050" y="5893187"/>
            <a:ext cx="612497"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Spontan</a:t>
            </a:r>
          </a:p>
        </p:txBody>
      </p:sp>
      <p:sp>
        <p:nvSpPr>
          <p:cNvPr id="62" name="Fühlen">
            <a:extLst>
              <a:ext uri="{FF2B5EF4-FFF2-40B4-BE49-F238E27FC236}">
                <a16:creationId xmlns:a16="http://schemas.microsoft.com/office/drawing/2014/main" id="{6747BE4F-8950-43D7-92CD-F1E0184B75EA}"/>
              </a:ext>
            </a:extLst>
          </p:cNvPr>
          <p:cNvSpPr>
            <a:spLocks noGrp="1"/>
          </p:cNvSpPr>
          <p:nvPr/>
        </p:nvSpPr>
        <p:spPr>
          <a:xfrm>
            <a:off x="1725637" y="6265328"/>
            <a:ext cx="692318"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Fühlen</a:t>
            </a:r>
          </a:p>
        </p:txBody>
      </p:sp>
      <p:sp>
        <p:nvSpPr>
          <p:cNvPr id="63" name="Konservativ">
            <a:extLst>
              <a:ext uri="{FF2B5EF4-FFF2-40B4-BE49-F238E27FC236}">
                <a16:creationId xmlns:a16="http://schemas.microsoft.com/office/drawing/2014/main" id="{5CA6DB11-9BCE-46D7-BD8F-B487B45784CC}"/>
              </a:ext>
            </a:extLst>
          </p:cNvPr>
          <p:cNvSpPr>
            <a:spLocks noGrp="1"/>
          </p:cNvSpPr>
          <p:nvPr/>
        </p:nvSpPr>
        <p:spPr>
          <a:xfrm>
            <a:off x="82340" y="6663407"/>
            <a:ext cx="838450"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Konservativ</a:t>
            </a:r>
          </a:p>
        </p:txBody>
      </p:sp>
      <p:sp>
        <p:nvSpPr>
          <p:cNvPr id="64" name="Liberal">
            <a:extLst>
              <a:ext uri="{FF2B5EF4-FFF2-40B4-BE49-F238E27FC236}">
                <a16:creationId xmlns:a16="http://schemas.microsoft.com/office/drawing/2014/main" id="{CBB632E1-2BE6-4B4E-8ECF-5009DEBD8877}"/>
              </a:ext>
            </a:extLst>
          </p:cNvPr>
          <p:cNvSpPr>
            <a:spLocks noGrp="1"/>
          </p:cNvSpPr>
          <p:nvPr/>
        </p:nvSpPr>
        <p:spPr>
          <a:xfrm>
            <a:off x="1765096" y="6649904"/>
            <a:ext cx="51938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Liberal</a:t>
            </a:r>
          </a:p>
        </p:txBody>
      </p:sp>
      <p:sp>
        <p:nvSpPr>
          <p:cNvPr id="65" name="Anführer">
            <a:extLst>
              <a:ext uri="{FF2B5EF4-FFF2-40B4-BE49-F238E27FC236}">
                <a16:creationId xmlns:a16="http://schemas.microsoft.com/office/drawing/2014/main" id="{263BF284-5B72-4F84-A1D0-EB617316CB00}"/>
              </a:ext>
            </a:extLst>
          </p:cNvPr>
          <p:cNvSpPr>
            <a:spLocks noGrp="1"/>
          </p:cNvSpPr>
          <p:nvPr/>
        </p:nvSpPr>
        <p:spPr>
          <a:xfrm>
            <a:off x="104432" y="7101330"/>
            <a:ext cx="64721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Anführer</a:t>
            </a:r>
          </a:p>
        </p:txBody>
      </p:sp>
      <p:sp>
        <p:nvSpPr>
          <p:cNvPr id="66" name="Nachahmer">
            <a:extLst>
              <a:ext uri="{FF2B5EF4-FFF2-40B4-BE49-F238E27FC236}">
                <a16:creationId xmlns:a16="http://schemas.microsoft.com/office/drawing/2014/main" id="{D5226E57-86B7-4C63-B917-4FDDC04A6B2B}"/>
              </a:ext>
            </a:extLst>
          </p:cNvPr>
          <p:cNvSpPr>
            <a:spLocks noGrp="1"/>
          </p:cNvSpPr>
          <p:nvPr/>
        </p:nvSpPr>
        <p:spPr>
          <a:xfrm>
            <a:off x="1453692" y="7069712"/>
            <a:ext cx="839372" cy="230832"/>
          </a:xfrm>
          <a:prstGeom prst="rect">
            <a:avLst/>
          </a:prstGeom>
          <a:ln w="3175"/>
        </p:spPr>
        <p:txBody>
          <a:bodyPr wrap="square" lIns="38100" tIns="38100" rIns="38100" bIns="38100" anchor="ctr">
            <a:spAutoFit/>
          </a:bodyPr>
          <a:lstStyle>
            <a:lvl1pPr>
              <a:buNone/>
              <a:defRPr sz="1400" b="0" spc="70">
                <a:solidFill>
                  <a:srgbClr val="FFFFFF"/>
                </a:solidFill>
                <a:latin typeface="Futura"/>
                <a:ea typeface="Futura"/>
                <a:cs typeface="Futura"/>
              </a:defRPr>
            </a:lvl1pPr>
          </a:lstStyle>
          <a:p>
            <a:r>
              <a:rPr sz="1000">
                <a:latin typeface="Arial"/>
                <a:ea typeface="Arial"/>
                <a:cs typeface="Arial"/>
              </a:rPr>
              <a:t>Nachahmer</a:t>
            </a:r>
          </a:p>
        </p:txBody>
      </p:sp>
      <p:sp>
        <p:nvSpPr>
          <p:cNvPr id="67" name="Internet">
            <a:extLst>
              <a:ext uri="{FF2B5EF4-FFF2-40B4-BE49-F238E27FC236}">
                <a16:creationId xmlns:a16="http://schemas.microsoft.com/office/drawing/2014/main" id="{74A13C56-17B0-4C31-9510-B5E300B78A64}"/>
              </a:ext>
            </a:extLst>
          </p:cNvPr>
          <p:cNvSpPr>
            <a:spLocks noGrp="1"/>
          </p:cNvSpPr>
          <p:nvPr/>
        </p:nvSpPr>
        <p:spPr>
          <a:xfrm>
            <a:off x="101283" y="3669842"/>
            <a:ext cx="961917"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Technologie</a:t>
            </a:r>
          </a:p>
        </p:txBody>
      </p:sp>
      <p:sp>
        <p:nvSpPr>
          <p:cNvPr id="68" name="Software und Apps">
            <a:extLst>
              <a:ext uri="{FF2B5EF4-FFF2-40B4-BE49-F238E27FC236}">
                <a16:creationId xmlns:a16="http://schemas.microsoft.com/office/drawing/2014/main" id="{3362B1B7-D87D-481B-BE54-011F77612331}"/>
              </a:ext>
            </a:extLst>
          </p:cNvPr>
          <p:cNvSpPr>
            <a:spLocks noGrp="1"/>
          </p:cNvSpPr>
          <p:nvPr/>
        </p:nvSpPr>
        <p:spPr>
          <a:xfrm>
            <a:off x="110811" y="4049132"/>
            <a:ext cx="1337834" cy="230832"/>
          </a:xfrm>
          <a:prstGeom prst="rect">
            <a:avLst/>
          </a:prstGeom>
          <a:ln w="3175"/>
        </p:spPr>
        <p:txBody>
          <a:bodyPr wrap="square" lIns="38100" tIns="38100" rIns="38100" bIns="38100" anchor="ctr">
            <a:spAutoFit/>
          </a:bodyPr>
          <a:lstStyle>
            <a:lvl1pPr algn="l">
              <a:buNone/>
              <a:defRPr sz="1400" b="0" spc="70">
                <a:solidFill>
                  <a:srgbClr val="FFFFFF"/>
                </a:solidFill>
                <a:latin typeface="Futura"/>
                <a:ea typeface="Futura"/>
                <a:cs typeface="Futura"/>
              </a:defRPr>
            </a:lvl1pPr>
          </a:lstStyle>
          <a:p>
            <a:r>
              <a:rPr sz="1000">
                <a:latin typeface="Arial"/>
                <a:ea typeface="Arial"/>
                <a:cs typeface="Arial"/>
              </a:rPr>
              <a:t>Software und Apps</a:t>
            </a:r>
          </a:p>
        </p:txBody>
      </p:sp>
      <p:sp>
        <p:nvSpPr>
          <p:cNvPr id="70" name="Rechteck">
            <a:extLst>
              <a:ext uri="{FF2B5EF4-FFF2-40B4-BE49-F238E27FC236}">
                <a16:creationId xmlns:a16="http://schemas.microsoft.com/office/drawing/2014/main" id="{5D8690B6-5E99-4750-88E0-64565D577282}"/>
              </a:ext>
            </a:extLst>
          </p:cNvPr>
          <p:cNvSpPr>
            <a:spLocks noGrp="1"/>
          </p:cNvSpPr>
          <p:nvPr/>
        </p:nvSpPr>
        <p:spPr>
          <a:xfrm>
            <a:off x="104433"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1" name="Rechteck">
            <a:extLst>
              <a:ext uri="{FF2B5EF4-FFF2-40B4-BE49-F238E27FC236}">
                <a16:creationId xmlns:a16="http://schemas.microsoft.com/office/drawing/2014/main" id="{32848BB3-5727-4D6A-A110-F633A76793A3}"/>
              </a:ext>
            </a:extLst>
          </p:cNvPr>
          <p:cNvSpPr>
            <a:spLocks noGrp="1"/>
          </p:cNvSpPr>
          <p:nvPr/>
        </p:nvSpPr>
        <p:spPr>
          <a:xfrm>
            <a:off x="957231" y="73232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2" name="Rechteck">
            <a:extLst>
              <a:ext uri="{FF2B5EF4-FFF2-40B4-BE49-F238E27FC236}">
                <a16:creationId xmlns:a16="http://schemas.microsoft.com/office/drawing/2014/main" id="{50062F09-FC3A-4349-86B5-36B0E542BC34}"/>
              </a:ext>
            </a:extLst>
          </p:cNvPr>
          <p:cNvSpPr>
            <a:spLocks noGrp="1"/>
          </p:cNvSpPr>
          <p:nvPr/>
        </p:nvSpPr>
        <p:spPr>
          <a:xfrm>
            <a:off x="5308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3" name="Rechteck">
            <a:extLst>
              <a:ext uri="{FF2B5EF4-FFF2-40B4-BE49-F238E27FC236}">
                <a16:creationId xmlns:a16="http://schemas.microsoft.com/office/drawing/2014/main" id="{A73686BC-7D33-487D-A59D-B8A2614EC025}"/>
              </a:ext>
            </a:extLst>
          </p:cNvPr>
          <p:cNvSpPr>
            <a:spLocks noGrp="1"/>
          </p:cNvSpPr>
          <p:nvPr/>
        </p:nvSpPr>
        <p:spPr>
          <a:xfrm>
            <a:off x="1383632"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4" name="Rechteck">
            <a:extLst>
              <a:ext uri="{FF2B5EF4-FFF2-40B4-BE49-F238E27FC236}">
                <a16:creationId xmlns:a16="http://schemas.microsoft.com/office/drawing/2014/main" id="{2D768AB4-9B3F-4F96-A6FA-02EA6985981F}"/>
              </a:ext>
            </a:extLst>
          </p:cNvPr>
          <p:cNvSpPr>
            <a:spLocks noGrp="1"/>
          </p:cNvSpPr>
          <p:nvPr/>
        </p:nvSpPr>
        <p:spPr>
          <a:xfrm>
            <a:off x="1810031" y="73232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6" name="Rechteck">
            <a:extLst>
              <a:ext uri="{FF2B5EF4-FFF2-40B4-BE49-F238E27FC236}">
                <a16:creationId xmlns:a16="http://schemas.microsoft.com/office/drawing/2014/main" id="{2893C15A-D55F-48CF-81A6-F3AB22FFC2D2}"/>
              </a:ext>
            </a:extLst>
          </p:cNvPr>
          <p:cNvSpPr>
            <a:spLocks noGrp="1"/>
          </p:cNvSpPr>
          <p:nvPr/>
        </p:nvSpPr>
        <p:spPr>
          <a:xfrm>
            <a:off x="104433"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7" name="Rechteck">
            <a:extLst>
              <a:ext uri="{FF2B5EF4-FFF2-40B4-BE49-F238E27FC236}">
                <a16:creationId xmlns:a16="http://schemas.microsoft.com/office/drawing/2014/main" id="{894ED74E-0855-43C5-932B-565CB7C6450D}"/>
              </a:ext>
            </a:extLst>
          </p:cNvPr>
          <p:cNvSpPr>
            <a:spLocks noGrp="1"/>
          </p:cNvSpPr>
          <p:nvPr/>
        </p:nvSpPr>
        <p:spPr>
          <a:xfrm>
            <a:off x="9572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8" name="Rechteck">
            <a:extLst>
              <a:ext uri="{FF2B5EF4-FFF2-40B4-BE49-F238E27FC236}">
                <a16:creationId xmlns:a16="http://schemas.microsoft.com/office/drawing/2014/main" id="{E07F87FB-4967-49CB-B94A-BAB21B47469C}"/>
              </a:ext>
            </a:extLst>
          </p:cNvPr>
          <p:cNvSpPr>
            <a:spLocks noGrp="1"/>
          </p:cNvSpPr>
          <p:nvPr/>
        </p:nvSpPr>
        <p:spPr>
          <a:xfrm>
            <a:off x="530832" y="6915851"/>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79" name="Rechteck">
            <a:extLst>
              <a:ext uri="{FF2B5EF4-FFF2-40B4-BE49-F238E27FC236}">
                <a16:creationId xmlns:a16="http://schemas.microsoft.com/office/drawing/2014/main" id="{C845B0A9-1EBA-4AEF-A447-6554E0DC703C}"/>
              </a:ext>
            </a:extLst>
          </p:cNvPr>
          <p:cNvSpPr>
            <a:spLocks noGrp="1"/>
          </p:cNvSpPr>
          <p:nvPr/>
        </p:nvSpPr>
        <p:spPr>
          <a:xfrm>
            <a:off x="1383632"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0" name="Rechteck">
            <a:extLst>
              <a:ext uri="{FF2B5EF4-FFF2-40B4-BE49-F238E27FC236}">
                <a16:creationId xmlns:a16="http://schemas.microsoft.com/office/drawing/2014/main" id="{163E74F4-C97B-4DEB-AB21-694386DCF696}"/>
              </a:ext>
            </a:extLst>
          </p:cNvPr>
          <p:cNvSpPr>
            <a:spLocks noGrp="1"/>
          </p:cNvSpPr>
          <p:nvPr/>
        </p:nvSpPr>
        <p:spPr>
          <a:xfrm>
            <a:off x="1810031" y="6915851"/>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2" name="Rechteck">
            <a:extLst>
              <a:ext uri="{FF2B5EF4-FFF2-40B4-BE49-F238E27FC236}">
                <a16:creationId xmlns:a16="http://schemas.microsoft.com/office/drawing/2014/main" id="{981752B2-BA7C-4625-B3BD-C21A8A17C794}"/>
              </a:ext>
            </a:extLst>
          </p:cNvPr>
          <p:cNvSpPr>
            <a:spLocks noGrp="1"/>
          </p:cNvSpPr>
          <p:nvPr/>
        </p:nvSpPr>
        <p:spPr>
          <a:xfrm>
            <a:off x="104433"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3" name="Rechteck">
            <a:extLst>
              <a:ext uri="{FF2B5EF4-FFF2-40B4-BE49-F238E27FC236}">
                <a16:creationId xmlns:a16="http://schemas.microsoft.com/office/drawing/2014/main" id="{4B4202E3-481A-4E89-91C4-A67D664BEEC1}"/>
              </a:ext>
            </a:extLst>
          </p:cNvPr>
          <p:cNvSpPr>
            <a:spLocks noGrp="1"/>
          </p:cNvSpPr>
          <p:nvPr/>
        </p:nvSpPr>
        <p:spPr>
          <a:xfrm>
            <a:off x="9572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4" name="Rechteck">
            <a:extLst>
              <a:ext uri="{FF2B5EF4-FFF2-40B4-BE49-F238E27FC236}">
                <a16:creationId xmlns:a16="http://schemas.microsoft.com/office/drawing/2014/main" id="{F7E302B0-AEA3-4392-8C92-8B5FC3DDDD96}"/>
              </a:ext>
            </a:extLst>
          </p:cNvPr>
          <p:cNvSpPr>
            <a:spLocks noGrp="1"/>
          </p:cNvSpPr>
          <p:nvPr/>
        </p:nvSpPr>
        <p:spPr>
          <a:xfrm>
            <a:off x="530832" y="6509182"/>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5" name="Rechteck">
            <a:extLst>
              <a:ext uri="{FF2B5EF4-FFF2-40B4-BE49-F238E27FC236}">
                <a16:creationId xmlns:a16="http://schemas.microsoft.com/office/drawing/2014/main" id="{A8E1725A-20BE-4B0A-A477-341A0AF44666}"/>
              </a:ext>
            </a:extLst>
          </p:cNvPr>
          <p:cNvSpPr>
            <a:spLocks noGrp="1"/>
          </p:cNvSpPr>
          <p:nvPr/>
        </p:nvSpPr>
        <p:spPr>
          <a:xfrm>
            <a:off x="1383632"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6" name="Rechteck">
            <a:extLst>
              <a:ext uri="{FF2B5EF4-FFF2-40B4-BE49-F238E27FC236}">
                <a16:creationId xmlns:a16="http://schemas.microsoft.com/office/drawing/2014/main" id="{18BE0286-73B7-4FB5-BBC5-7D83BA983331}"/>
              </a:ext>
            </a:extLst>
          </p:cNvPr>
          <p:cNvSpPr>
            <a:spLocks noGrp="1"/>
          </p:cNvSpPr>
          <p:nvPr/>
        </p:nvSpPr>
        <p:spPr>
          <a:xfrm>
            <a:off x="1810031" y="6509182"/>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87" name="Denken">
            <a:extLst>
              <a:ext uri="{FF2B5EF4-FFF2-40B4-BE49-F238E27FC236}">
                <a16:creationId xmlns:a16="http://schemas.microsoft.com/office/drawing/2014/main" id="{B75F36B9-DE97-47B1-B92E-F3DD298050BB}"/>
              </a:ext>
            </a:extLst>
          </p:cNvPr>
          <p:cNvSpPr>
            <a:spLocks noGrp="1"/>
          </p:cNvSpPr>
          <p:nvPr/>
        </p:nvSpPr>
        <p:spPr>
          <a:xfrm>
            <a:off x="83050" y="6264018"/>
            <a:ext cx="601603" cy="212268"/>
          </a:xfrm>
          <a:prstGeom prst="rect">
            <a:avLst/>
          </a:prstGeom>
          <a:ln w="3175"/>
        </p:spPr>
        <p:txBody>
          <a:bodyPr lIns="38100" tIns="38100" rIns="38100" bIns="38100" anchor="ctr"/>
          <a:lstStyle>
            <a:lvl1pPr algn="l">
              <a:buNone/>
              <a:defRPr sz="1400" b="0" spc="70">
                <a:solidFill>
                  <a:srgbClr val="FFFFFF"/>
                </a:solidFill>
                <a:latin typeface="Futura"/>
                <a:ea typeface="Futura"/>
                <a:cs typeface="Futura"/>
              </a:defRPr>
            </a:lvl1pPr>
          </a:lstStyle>
          <a:p>
            <a:r>
              <a:rPr sz="1000">
                <a:latin typeface="Arial"/>
                <a:ea typeface="Arial"/>
                <a:cs typeface="Arial"/>
              </a:rPr>
              <a:t>Denken</a:t>
            </a:r>
          </a:p>
        </p:txBody>
      </p:sp>
      <p:sp>
        <p:nvSpPr>
          <p:cNvPr id="89" name="Rechteck">
            <a:extLst>
              <a:ext uri="{FF2B5EF4-FFF2-40B4-BE49-F238E27FC236}">
                <a16:creationId xmlns:a16="http://schemas.microsoft.com/office/drawing/2014/main" id="{A3C9F528-BB90-46BE-80DC-52099D74C9A6}"/>
              </a:ext>
            </a:extLst>
          </p:cNvPr>
          <p:cNvSpPr>
            <a:spLocks noGrp="1"/>
          </p:cNvSpPr>
          <p:nvPr/>
        </p:nvSpPr>
        <p:spPr>
          <a:xfrm>
            <a:off x="104432" y="6128603"/>
            <a:ext cx="38377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0" name="Rechteck">
            <a:extLst>
              <a:ext uri="{FF2B5EF4-FFF2-40B4-BE49-F238E27FC236}">
                <a16:creationId xmlns:a16="http://schemas.microsoft.com/office/drawing/2014/main" id="{97DF5059-236D-45CA-920E-3ACB08422480}"/>
              </a:ext>
            </a:extLst>
          </p:cNvPr>
          <p:cNvSpPr>
            <a:spLocks noGrp="1"/>
          </p:cNvSpPr>
          <p:nvPr/>
        </p:nvSpPr>
        <p:spPr>
          <a:xfrm>
            <a:off x="943716"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1" name="Rechteck">
            <a:extLst>
              <a:ext uri="{FF2B5EF4-FFF2-40B4-BE49-F238E27FC236}">
                <a16:creationId xmlns:a16="http://schemas.microsoft.com/office/drawing/2014/main" id="{A3204F46-9E27-4B78-B33E-F2E82A35F0E2}"/>
              </a:ext>
            </a:extLst>
          </p:cNvPr>
          <p:cNvSpPr>
            <a:spLocks noGrp="1"/>
          </p:cNvSpPr>
          <p:nvPr/>
        </p:nvSpPr>
        <p:spPr>
          <a:xfrm>
            <a:off x="524074"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2" name="Rechteck">
            <a:extLst>
              <a:ext uri="{FF2B5EF4-FFF2-40B4-BE49-F238E27FC236}">
                <a16:creationId xmlns:a16="http://schemas.microsoft.com/office/drawing/2014/main" id="{E3B81E32-966D-4D2B-9C5A-BDA5A15900F0}"/>
              </a:ext>
            </a:extLst>
          </p:cNvPr>
          <p:cNvSpPr>
            <a:spLocks noGrp="1"/>
          </p:cNvSpPr>
          <p:nvPr/>
        </p:nvSpPr>
        <p:spPr>
          <a:xfrm>
            <a:off x="1363359" y="6128603"/>
            <a:ext cx="383779"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3" name="Rechteck">
            <a:extLst>
              <a:ext uri="{FF2B5EF4-FFF2-40B4-BE49-F238E27FC236}">
                <a16:creationId xmlns:a16="http://schemas.microsoft.com/office/drawing/2014/main" id="{935711A5-2D3F-4D34-BA88-720C70F80BDC}"/>
              </a:ext>
            </a:extLst>
          </p:cNvPr>
          <p:cNvSpPr>
            <a:spLocks noGrp="1"/>
          </p:cNvSpPr>
          <p:nvPr/>
        </p:nvSpPr>
        <p:spPr>
          <a:xfrm>
            <a:off x="1783001" y="6128603"/>
            <a:ext cx="38377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5" name="Rechteck">
            <a:extLst>
              <a:ext uri="{FF2B5EF4-FFF2-40B4-BE49-F238E27FC236}">
                <a16:creationId xmlns:a16="http://schemas.microsoft.com/office/drawing/2014/main" id="{E7AF644E-B7C8-48BA-9BC0-F16ED3FCD9BD}"/>
              </a:ext>
            </a:extLst>
          </p:cNvPr>
          <p:cNvSpPr>
            <a:spLocks noGrp="1"/>
          </p:cNvSpPr>
          <p:nvPr/>
        </p:nvSpPr>
        <p:spPr>
          <a:xfrm>
            <a:off x="104433"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6" name="Rechteck">
            <a:extLst>
              <a:ext uri="{FF2B5EF4-FFF2-40B4-BE49-F238E27FC236}">
                <a16:creationId xmlns:a16="http://schemas.microsoft.com/office/drawing/2014/main" id="{62CE3595-C01C-4834-B9EF-A74F8C8D0AAA}"/>
              </a:ext>
            </a:extLst>
          </p:cNvPr>
          <p:cNvSpPr>
            <a:spLocks noGrp="1"/>
          </p:cNvSpPr>
          <p:nvPr/>
        </p:nvSpPr>
        <p:spPr>
          <a:xfrm>
            <a:off x="957231" y="5764366"/>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7" name="Rechteck">
            <a:extLst>
              <a:ext uri="{FF2B5EF4-FFF2-40B4-BE49-F238E27FC236}">
                <a16:creationId xmlns:a16="http://schemas.microsoft.com/office/drawing/2014/main" id="{EBA9E952-394A-464C-AED1-2BAAE4332FA5}"/>
              </a:ext>
            </a:extLst>
          </p:cNvPr>
          <p:cNvSpPr>
            <a:spLocks noGrp="1"/>
          </p:cNvSpPr>
          <p:nvPr/>
        </p:nvSpPr>
        <p:spPr>
          <a:xfrm>
            <a:off x="5308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8" name="Rechteck">
            <a:extLst>
              <a:ext uri="{FF2B5EF4-FFF2-40B4-BE49-F238E27FC236}">
                <a16:creationId xmlns:a16="http://schemas.microsoft.com/office/drawing/2014/main" id="{31BB97C8-DDB2-42E3-AA46-85C7FE8E76C7}"/>
              </a:ext>
            </a:extLst>
          </p:cNvPr>
          <p:cNvSpPr>
            <a:spLocks noGrp="1"/>
          </p:cNvSpPr>
          <p:nvPr/>
        </p:nvSpPr>
        <p:spPr>
          <a:xfrm>
            <a:off x="1383632"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99" name="Rechteck">
            <a:extLst>
              <a:ext uri="{FF2B5EF4-FFF2-40B4-BE49-F238E27FC236}">
                <a16:creationId xmlns:a16="http://schemas.microsoft.com/office/drawing/2014/main" id="{66614AE4-75B5-4E0E-9950-5155BD83585C}"/>
              </a:ext>
            </a:extLst>
          </p:cNvPr>
          <p:cNvSpPr>
            <a:spLocks noGrp="1"/>
          </p:cNvSpPr>
          <p:nvPr/>
        </p:nvSpPr>
        <p:spPr>
          <a:xfrm>
            <a:off x="1810031" y="5764366"/>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1" name="Rechteck">
            <a:extLst>
              <a:ext uri="{FF2B5EF4-FFF2-40B4-BE49-F238E27FC236}">
                <a16:creationId xmlns:a16="http://schemas.microsoft.com/office/drawing/2014/main" id="{93507A3D-06A4-4B77-9637-72FD4F3E3537}"/>
              </a:ext>
            </a:extLst>
          </p:cNvPr>
          <p:cNvSpPr>
            <a:spLocks noGrp="1"/>
          </p:cNvSpPr>
          <p:nvPr/>
        </p:nvSpPr>
        <p:spPr>
          <a:xfrm>
            <a:off x="137507"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2" name="Rechteck">
            <a:extLst>
              <a:ext uri="{FF2B5EF4-FFF2-40B4-BE49-F238E27FC236}">
                <a16:creationId xmlns:a16="http://schemas.microsoft.com/office/drawing/2014/main" id="{D4076C11-A33F-4679-B084-F0A7D36FD31E}"/>
              </a:ext>
            </a:extLst>
          </p:cNvPr>
          <p:cNvSpPr>
            <a:spLocks noGrp="1"/>
          </p:cNvSpPr>
          <p:nvPr/>
        </p:nvSpPr>
        <p:spPr>
          <a:xfrm>
            <a:off x="9903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3" name="Rechteck">
            <a:extLst>
              <a:ext uri="{FF2B5EF4-FFF2-40B4-BE49-F238E27FC236}">
                <a16:creationId xmlns:a16="http://schemas.microsoft.com/office/drawing/2014/main" id="{ED584246-6A7F-4E47-861C-A0935E8FDAE0}"/>
              </a:ext>
            </a:extLst>
          </p:cNvPr>
          <p:cNvSpPr>
            <a:spLocks noGrp="1"/>
          </p:cNvSpPr>
          <p:nvPr/>
        </p:nvSpPr>
        <p:spPr>
          <a:xfrm>
            <a:off x="563906" y="4329509"/>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4" name="Rechteck">
            <a:extLst>
              <a:ext uri="{FF2B5EF4-FFF2-40B4-BE49-F238E27FC236}">
                <a16:creationId xmlns:a16="http://schemas.microsoft.com/office/drawing/2014/main" id="{C8E00D01-A25E-4123-B26F-465076D35C01}"/>
              </a:ext>
            </a:extLst>
          </p:cNvPr>
          <p:cNvSpPr>
            <a:spLocks noGrp="1"/>
          </p:cNvSpPr>
          <p:nvPr/>
        </p:nvSpPr>
        <p:spPr>
          <a:xfrm>
            <a:off x="1416706"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5" name="Rechteck">
            <a:extLst>
              <a:ext uri="{FF2B5EF4-FFF2-40B4-BE49-F238E27FC236}">
                <a16:creationId xmlns:a16="http://schemas.microsoft.com/office/drawing/2014/main" id="{EEDE575F-961E-46D4-A388-3C0627E5FE3E}"/>
              </a:ext>
            </a:extLst>
          </p:cNvPr>
          <p:cNvSpPr>
            <a:spLocks noGrp="1"/>
          </p:cNvSpPr>
          <p:nvPr/>
        </p:nvSpPr>
        <p:spPr>
          <a:xfrm>
            <a:off x="1843105" y="4329509"/>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7" name="Rechteck">
            <a:extLst>
              <a:ext uri="{FF2B5EF4-FFF2-40B4-BE49-F238E27FC236}">
                <a16:creationId xmlns:a16="http://schemas.microsoft.com/office/drawing/2014/main" id="{DFA6F396-E9EA-4F96-A4C7-C346F6D5B455}"/>
              </a:ext>
            </a:extLst>
          </p:cNvPr>
          <p:cNvSpPr>
            <a:spLocks noGrp="1"/>
          </p:cNvSpPr>
          <p:nvPr/>
        </p:nvSpPr>
        <p:spPr>
          <a:xfrm>
            <a:off x="137507"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solidFill>
                <a:srgbClr val="FF0000"/>
              </a:solidFill>
              <a:highlight>
                <a:srgbClr val="FFFF00"/>
              </a:highlight>
              <a:latin typeface="Arial"/>
              <a:ea typeface="Arial"/>
              <a:cs typeface="Arial"/>
            </a:endParaRPr>
          </a:p>
        </p:txBody>
      </p:sp>
      <p:sp>
        <p:nvSpPr>
          <p:cNvPr id="108" name="Rechteck">
            <a:extLst>
              <a:ext uri="{FF2B5EF4-FFF2-40B4-BE49-F238E27FC236}">
                <a16:creationId xmlns:a16="http://schemas.microsoft.com/office/drawing/2014/main" id="{3BC10C83-EACE-4C25-B121-AD97099C3738}"/>
              </a:ext>
            </a:extLst>
          </p:cNvPr>
          <p:cNvSpPr>
            <a:spLocks noGrp="1"/>
          </p:cNvSpPr>
          <p:nvPr/>
        </p:nvSpPr>
        <p:spPr>
          <a:xfrm>
            <a:off x="9903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09" name="Rechteck">
            <a:extLst>
              <a:ext uri="{FF2B5EF4-FFF2-40B4-BE49-F238E27FC236}">
                <a16:creationId xmlns:a16="http://schemas.microsoft.com/office/drawing/2014/main" id="{B2D4D5E2-C33A-4F28-8A32-64EE292584B7}"/>
              </a:ext>
            </a:extLst>
          </p:cNvPr>
          <p:cNvSpPr>
            <a:spLocks noGrp="1"/>
          </p:cNvSpPr>
          <p:nvPr/>
        </p:nvSpPr>
        <p:spPr>
          <a:xfrm>
            <a:off x="563906" y="3930664"/>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0" name="Rechteck">
            <a:extLst>
              <a:ext uri="{FF2B5EF4-FFF2-40B4-BE49-F238E27FC236}">
                <a16:creationId xmlns:a16="http://schemas.microsoft.com/office/drawing/2014/main" id="{AC58726F-89BA-4722-B4A8-B21637F6AFEC}"/>
              </a:ext>
            </a:extLst>
          </p:cNvPr>
          <p:cNvSpPr>
            <a:spLocks noGrp="1"/>
          </p:cNvSpPr>
          <p:nvPr/>
        </p:nvSpPr>
        <p:spPr>
          <a:xfrm>
            <a:off x="1416706"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1" name="Rechteck">
            <a:extLst>
              <a:ext uri="{FF2B5EF4-FFF2-40B4-BE49-F238E27FC236}">
                <a16:creationId xmlns:a16="http://schemas.microsoft.com/office/drawing/2014/main" id="{4D4E692F-772A-48C3-B7F5-DFA9C52DB3D8}"/>
              </a:ext>
            </a:extLst>
          </p:cNvPr>
          <p:cNvSpPr>
            <a:spLocks noGrp="1"/>
          </p:cNvSpPr>
          <p:nvPr/>
        </p:nvSpPr>
        <p:spPr>
          <a:xfrm>
            <a:off x="1843105" y="3930664"/>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3" name="Rechteck">
            <a:extLst>
              <a:ext uri="{FF2B5EF4-FFF2-40B4-BE49-F238E27FC236}">
                <a16:creationId xmlns:a16="http://schemas.microsoft.com/office/drawing/2014/main" id="{00375B53-89A5-4B13-9B85-92BF41485641}"/>
              </a:ext>
            </a:extLst>
          </p:cNvPr>
          <p:cNvSpPr>
            <a:spLocks noGrp="1"/>
          </p:cNvSpPr>
          <p:nvPr/>
        </p:nvSpPr>
        <p:spPr>
          <a:xfrm>
            <a:off x="137507"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4" name="Rechteck">
            <a:extLst>
              <a:ext uri="{FF2B5EF4-FFF2-40B4-BE49-F238E27FC236}">
                <a16:creationId xmlns:a16="http://schemas.microsoft.com/office/drawing/2014/main" id="{813A41FF-9DF7-4115-B365-72A290DA0639}"/>
              </a:ext>
            </a:extLst>
          </p:cNvPr>
          <p:cNvSpPr>
            <a:spLocks noGrp="1"/>
          </p:cNvSpPr>
          <p:nvPr/>
        </p:nvSpPr>
        <p:spPr>
          <a:xfrm>
            <a:off x="990305"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5" name="Rechteck">
            <a:extLst>
              <a:ext uri="{FF2B5EF4-FFF2-40B4-BE49-F238E27FC236}">
                <a16:creationId xmlns:a16="http://schemas.microsoft.com/office/drawing/2014/main" id="{8575CC6F-4346-48F6-8E8F-7BA7CF11E1E0}"/>
              </a:ext>
            </a:extLst>
          </p:cNvPr>
          <p:cNvSpPr>
            <a:spLocks noGrp="1"/>
          </p:cNvSpPr>
          <p:nvPr/>
        </p:nvSpPr>
        <p:spPr>
          <a:xfrm>
            <a:off x="563906" y="4671205"/>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6" name="Rechteck">
            <a:extLst>
              <a:ext uri="{FF2B5EF4-FFF2-40B4-BE49-F238E27FC236}">
                <a16:creationId xmlns:a16="http://schemas.microsoft.com/office/drawing/2014/main" id="{1AF2C3AB-9733-44F9-9C20-A508BCB317BD}"/>
              </a:ext>
            </a:extLst>
          </p:cNvPr>
          <p:cNvSpPr>
            <a:spLocks noGrp="1"/>
          </p:cNvSpPr>
          <p:nvPr/>
        </p:nvSpPr>
        <p:spPr>
          <a:xfrm>
            <a:off x="1416706"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7" name="Rechteck">
            <a:extLst>
              <a:ext uri="{FF2B5EF4-FFF2-40B4-BE49-F238E27FC236}">
                <a16:creationId xmlns:a16="http://schemas.microsoft.com/office/drawing/2014/main" id="{14C5C638-E585-4A67-A7CC-F20C33B33C6F}"/>
              </a:ext>
            </a:extLst>
          </p:cNvPr>
          <p:cNvSpPr>
            <a:spLocks noGrp="1"/>
          </p:cNvSpPr>
          <p:nvPr/>
        </p:nvSpPr>
        <p:spPr>
          <a:xfrm>
            <a:off x="1843105" y="4671205"/>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18" name="Persönlichkeit">
            <a:extLst>
              <a:ext uri="{FF2B5EF4-FFF2-40B4-BE49-F238E27FC236}">
                <a16:creationId xmlns:a16="http://schemas.microsoft.com/office/drawing/2014/main" id="{F1333136-F1A8-4260-92BE-552F2B7CB04F}"/>
              </a:ext>
            </a:extLst>
          </p:cNvPr>
          <p:cNvSpPr>
            <a:spLocks noGrp="1"/>
          </p:cNvSpPr>
          <p:nvPr/>
        </p:nvSpPr>
        <p:spPr>
          <a:xfrm>
            <a:off x="134284" y="4785593"/>
            <a:ext cx="1357206" cy="230832"/>
          </a:xfrm>
          <a:prstGeom prst="rect">
            <a:avLst/>
          </a:prstGeom>
          <a:ln w="3175"/>
        </p:spPr>
        <p:txBody>
          <a:bodyPr wrap="square" lIns="38100" tIns="38100" rIns="38100" bIns="38100" anchor="ctr">
            <a:spAutoFit/>
          </a:bodyPr>
          <a:lstStyle>
            <a:lvl1pPr algn="l">
              <a:buNone/>
              <a:defRPr sz="2000" b="0" spc="100">
                <a:solidFill>
                  <a:srgbClr val="FFFFFF"/>
                </a:solidFill>
                <a:latin typeface="Futura"/>
                <a:ea typeface="Futura"/>
                <a:cs typeface="Futura"/>
              </a:defRPr>
            </a:lvl1pPr>
          </a:lstStyle>
          <a:p>
            <a:r>
              <a:rPr sz="1000">
                <a:latin typeface="Arial"/>
                <a:ea typeface="Arial"/>
                <a:cs typeface="Arial"/>
              </a:rPr>
              <a:t>Social Network</a:t>
            </a:r>
          </a:p>
        </p:txBody>
      </p:sp>
      <p:sp>
        <p:nvSpPr>
          <p:cNvPr id="120" name="Rechteck">
            <a:extLst>
              <a:ext uri="{FF2B5EF4-FFF2-40B4-BE49-F238E27FC236}">
                <a16:creationId xmlns:a16="http://schemas.microsoft.com/office/drawing/2014/main" id="{82877763-BFF5-457A-A6AF-6232ABA92FB1}"/>
              </a:ext>
            </a:extLst>
          </p:cNvPr>
          <p:cNvSpPr>
            <a:spLocks noGrp="1"/>
          </p:cNvSpPr>
          <p:nvPr/>
        </p:nvSpPr>
        <p:spPr>
          <a:xfrm>
            <a:off x="137507"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1" name="Rechteck">
            <a:extLst>
              <a:ext uri="{FF2B5EF4-FFF2-40B4-BE49-F238E27FC236}">
                <a16:creationId xmlns:a16="http://schemas.microsoft.com/office/drawing/2014/main" id="{8A2CD27C-2697-411B-8B68-CA001240C03D}"/>
              </a:ext>
            </a:extLst>
          </p:cNvPr>
          <p:cNvSpPr>
            <a:spLocks noGrp="1"/>
          </p:cNvSpPr>
          <p:nvPr/>
        </p:nvSpPr>
        <p:spPr>
          <a:xfrm>
            <a:off x="9903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2" name="Rechteck">
            <a:extLst>
              <a:ext uri="{FF2B5EF4-FFF2-40B4-BE49-F238E27FC236}">
                <a16:creationId xmlns:a16="http://schemas.microsoft.com/office/drawing/2014/main" id="{993DFD79-B749-439C-AB0E-7D54E7EA0F1D}"/>
              </a:ext>
            </a:extLst>
          </p:cNvPr>
          <p:cNvSpPr>
            <a:spLocks noGrp="1"/>
          </p:cNvSpPr>
          <p:nvPr/>
        </p:nvSpPr>
        <p:spPr>
          <a:xfrm>
            <a:off x="563906" y="5048738"/>
            <a:ext cx="389958" cy="45719"/>
          </a:xfrm>
          <a:prstGeom prst="rect">
            <a:avLst/>
          </a:prstGeom>
          <a:solidFill>
            <a:srgbClr val="FF0000"/>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3" name="Rechteck">
            <a:extLst>
              <a:ext uri="{FF2B5EF4-FFF2-40B4-BE49-F238E27FC236}">
                <a16:creationId xmlns:a16="http://schemas.microsoft.com/office/drawing/2014/main" id="{8AEFA1C4-374D-414C-835E-795152424B48}"/>
              </a:ext>
            </a:extLst>
          </p:cNvPr>
          <p:cNvSpPr>
            <a:spLocks noGrp="1"/>
          </p:cNvSpPr>
          <p:nvPr/>
        </p:nvSpPr>
        <p:spPr>
          <a:xfrm>
            <a:off x="1416706"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4" name="Rechteck">
            <a:extLst>
              <a:ext uri="{FF2B5EF4-FFF2-40B4-BE49-F238E27FC236}">
                <a16:creationId xmlns:a16="http://schemas.microsoft.com/office/drawing/2014/main" id="{F213A40E-63A3-4EFA-9928-B064883278CA}"/>
              </a:ext>
            </a:extLst>
          </p:cNvPr>
          <p:cNvSpPr>
            <a:spLocks noGrp="1"/>
          </p:cNvSpPr>
          <p:nvPr/>
        </p:nvSpPr>
        <p:spPr>
          <a:xfrm>
            <a:off x="1843105" y="5048738"/>
            <a:ext cx="389958" cy="45719"/>
          </a:xfrm>
          <a:prstGeom prst="rect">
            <a:avLst/>
          </a:prstGeom>
          <a:solidFill>
            <a:srgbClr val="FFFFFF"/>
          </a:solidFill>
          <a:ln w="3175">
            <a:noFill/>
          </a:ln>
        </p:spPr>
        <p:txBody>
          <a:bodyPr wrap="square" lIns="38100" tIns="38100" rIns="38100" bIns="38100" anchor="ctr">
            <a:noAutofit/>
          </a:bodyPr>
          <a:lstStyle/>
          <a:p>
            <a:pPr>
              <a:buNone/>
              <a:defRPr sz="2800" b="0">
                <a:solidFill>
                  <a:srgbClr val="FFFFFF"/>
                </a:solidFill>
                <a:latin typeface="+mn-lt"/>
                <a:ea typeface="+mn-lt"/>
                <a:cs typeface="+mn-lt"/>
              </a:defRPr>
            </a:pPr>
            <a:endParaRPr sz="1000">
              <a:latin typeface="Arial"/>
              <a:ea typeface="Arial"/>
              <a:cs typeface="Arial"/>
            </a:endParaRPr>
          </a:p>
        </p:txBody>
      </p:sp>
      <p:sp>
        <p:nvSpPr>
          <p:cNvPr id="125" name="Rechteck">
            <a:extLst>
              <a:ext uri="{FF2B5EF4-FFF2-40B4-BE49-F238E27FC236}">
                <a16:creationId xmlns:a16="http://schemas.microsoft.com/office/drawing/2014/main" id="{FB0FBFAF-C580-4C89-ACB6-131CCB98D2F8}"/>
              </a:ext>
            </a:extLst>
          </p:cNvPr>
          <p:cNvSpPr>
            <a:spLocks noGrp="1"/>
          </p:cNvSpPr>
          <p:nvPr/>
        </p:nvSpPr>
        <p:spPr>
          <a:xfrm>
            <a:off x="-19028" y="1474705"/>
            <a:ext cx="2526008" cy="812514"/>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126" name="Alter">
            <a:extLst>
              <a:ext uri="{FF2B5EF4-FFF2-40B4-BE49-F238E27FC236}">
                <a16:creationId xmlns:a16="http://schemas.microsoft.com/office/drawing/2014/main" id="{82D282F1-200E-47BC-AE96-45EF9528BF33}"/>
              </a:ext>
            </a:extLst>
          </p:cNvPr>
          <p:cNvSpPr>
            <a:spLocks noGrp="1"/>
          </p:cNvSpPr>
          <p:nvPr/>
        </p:nvSpPr>
        <p:spPr>
          <a:xfrm>
            <a:off x="55659" y="1404614"/>
            <a:ext cx="1340086" cy="384721"/>
          </a:xfrm>
          <a:prstGeom prst="rect">
            <a:avLst/>
          </a:prstGeom>
          <a:ln w="3175"/>
        </p:spPr>
        <p:txBody>
          <a:bodyPr wrap="square" lIns="38100" tIns="38100" rIns="38100" bIns="38100" anchor="ctr">
            <a:spAutoFit/>
          </a:bodyPr>
          <a:lstStyle>
            <a:lvl1pPr algn="l">
              <a:buNone/>
              <a:defRPr sz="1500" b="0" spc="75">
                <a:solidFill>
                  <a:srgbClr val="FFFFFF"/>
                </a:solidFill>
                <a:latin typeface="Futura"/>
                <a:ea typeface="Futura"/>
                <a:cs typeface="Futura"/>
              </a:defRPr>
            </a:lvl1pPr>
          </a:lstStyle>
          <a:p>
            <a:r>
              <a:rPr lang="de-CH" sz="2000" dirty="0">
                <a:latin typeface="Arial"/>
                <a:ea typeface="Arial"/>
                <a:cs typeface="Arial"/>
              </a:rPr>
              <a:t>Jefferson</a:t>
            </a:r>
            <a:endParaRPr sz="2000" dirty="0">
              <a:latin typeface="Arial"/>
              <a:ea typeface="Arial"/>
              <a:cs typeface="Arial"/>
            </a:endParaRPr>
          </a:p>
        </p:txBody>
      </p:sp>
      <p:sp>
        <p:nvSpPr>
          <p:cNvPr id="127" name="Alter">
            <a:extLst>
              <a:ext uri="{FF2B5EF4-FFF2-40B4-BE49-F238E27FC236}">
                <a16:creationId xmlns:a16="http://schemas.microsoft.com/office/drawing/2014/main" id="{11BB9D78-05FB-4E72-84FD-82AEFE511AA8}"/>
              </a:ext>
            </a:extLst>
          </p:cNvPr>
          <p:cNvSpPr>
            <a:spLocks noGrp="1"/>
          </p:cNvSpPr>
          <p:nvPr/>
        </p:nvSpPr>
        <p:spPr>
          <a:xfrm>
            <a:off x="89889" y="1759313"/>
            <a:ext cx="62998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dirty="0">
                <a:latin typeface="Arial"/>
                <a:ea typeface="Arial"/>
                <a:cs typeface="Arial"/>
              </a:rPr>
              <a:t>Pfleger</a:t>
            </a:r>
          </a:p>
        </p:txBody>
      </p:sp>
      <p:sp>
        <p:nvSpPr>
          <p:cNvPr id="128" name="Alter">
            <a:extLst>
              <a:ext uri="{FF2B5EF4-FFF2-40B4-BE49-F238E27FC236}">
                <a16:creationId xmlns:a16="http://schemas.microsoft.com/office/drawing/2014/main" id="{64604045-0650-4147-8288-58A2687C8947}"/>
              </a:ext>
            </a:extLst>
          </p:cNvPr>
          <p:cNvSpPr>
            <a:spLocks noGrp="1"/>
          </p:cNvSpPr>
          <p:nvPr/>
        </p:nvSpPr>
        <p:spPr>
          <a:xfrm>
            <a:off x="96249" y="2025609"/>
            <a:ext cx="1181862"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FaGe EFZ</a:t>
            </a:r>
          </a:p>
        </p:txBody>
      </p:sp>
      <p:sp>
        <p:nvSpPr>
          <p:cNvPr id="129" name="Rechteck">
            <a:extLst>
              <a:ext uri="{FF2B5EF4-FFF2-40B4-BE49-F238E27FC236}">
                <a16:creationId xmlns:a16="http://schemas.microsoft.com/office/drawing/2014/main" id="{3F0810EF-5BC7-4BD1-8421-E11BF336FF35}"/>
              </a:ext>
            </a:extLst>
          </p:cNvPr>
          <p:cNvSpPr>
            <a:spLocks noGrp="1"/>
          </p:cNvSpPr>
          <p:nvPr/>
        </p:nvSpPr>
        <p:spPr>
          <a:xfrm>
            <a:off x="2565799" y="737110"/>
            <a:ext cx="4292201" cy="633325"/>
          </a:xfrm>
          <a:prstGeom prst="rect">
            <a:avLst/>
          </a:prstGeom>
          <a:solidFill>
            <a:srgbClr val="92E2FF"/>
          </a:solidFill>
          <a:ln w="3175"/>
        </p:spPr>
        <p:txBody>
          <a:bodyPr lIns="38100" tIns="38100" rIns="38100" bIns="38100" anchor="ctr"/>
          <a:lstStyle/>
          <a:p>
            <a:endParaRPr sz="2800">
              <a:solidFill>
                <a:srgbClr val="FFFFFF"/>
              </a:solidFill>
              <a:latin typeface="Arial"/>
              <a:ea typeface="Arial"/>
              <a:cs typeface="Arial"/>
            </a:endParaRPr>
          </a:p>
        </p:txBody>
      </p:sp>
      <p:sp>
        <p:nvSpPr>
          <p:cNvPr id="42" name="Alter">
            <a:extLst>
              <a:ext uri="{FF2B5EF4-FFF2-40B4-BE49-F238E27FC236}">
                <a16:creationId xmlns:a16="http://schemas.microsoft.com/office/drawing/2014/main" id="{E9D5841D-B961-4677-ADD2-ED747BCE5EF2}"/>
              </a:ext>
            </a:extLst>
          </p:cNvPr>
          <p:cNvSpPr>
            <a:spLocks noGrp="1"/>
          </p:cNvSpPr>
          <p:nvPr/>
        </p:nvSpPr>
        <p:spPr>
          <a:xfrm>
            <a:off x="2706928" y="955069"/>
            <a:ext cx="735779"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Alter: 58</a:t>
            </a:r>
            <a:endParaRPr sz="1200">
              <a:latin typeface="Arial"/>
              <a:ea typeface="Arial"/>
              <a:cs typeface="Arial"/>
            </a:endParaRPr>
          </a:p>
        </p:txBody>
      </p:sp>
      <p:sp>
        <p:nvSpPr>
          <p:cNvPr id="43" name="Wohnort">
            <a:extLst>
              <a:ext uri="{FF2B5EF4-FFF2-40B4-BE49-F238E27FC236}">
                <a16:creationId xmlns:a16="http://schemas.microsoft.com/office/drawing/2014/main" id="{B4B6DA3A-CE7A-4C1A-82F7-A06F4FEF286E}"/>
              </a:ext>
            </a:extLst>
          </p:cNvPr>
          <p:cNvSpPr>
            <a:spLocks noGrp="1"/>
          </p:cNvSpPr>
          <p:nvPr/>
        </p:nvSpPr>
        <p:spPr>
          <a:xfrm>
            <a:off x="3350000" y="955069"/>
            <a:ext cx="1526508"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Wohnort: Brugg</a:t>
            </a:r>
            <a:endParaRPr sz="1200">
              <a:latin typeface="Arial"/>
              <a:ea typeface="Arial"/>
              <a:cs typeface="Arial"/>
            </a:endParaRPr>
          </a:p>
        </p:txBody>
      </p:sp>
      <p:sp>
        <p:nvSpPr>
          <p:cNvPr id="44" name="Familienstatus">
            <a:extLst>
              <a:ext uri="{FF2B5EF4-FFF2-40B4-BE49-F238E27FC236}">
                <a16:creationId xmlns:a16="http://schemas.microsoft.com/office/drawing/2014/main" id="{0EAEA570-8D74-43FC-8C79-3B6AD5E1ABED}"/>
              </a:ext>
            </a:extLst>
          </p:cNvPr>
          <p:cNvSpPr>
            <a:spLocks noGrp="1"/>
          </p:cNvSpPr>
          <p:nvPr/>
        </p:nvSpPr>
        <p:spPr>
          <a:xfrm>
            <a:off x="4900000" y="955069"/>
            <a:ext cx="1788951"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000">
                <a:latin typeface="Arial"/>
                <a:ea typeface="Arial"/>
                <a:cs typeface="Arial"/>
              </a:rPr>
              <a:t>Familienstatus: Geschieden</a:t>
            </a:r>
            <a:endParaRPr sz="1200">
              <a:latin typeface="Arial"/>
              <a:ea typeface="Arial"/>
              <a:cs typeface="Arial"/>
            </a:endParaRPr>
          </a:p>
        </p:txBody>
      </p:sp>
      <p:sp>
        <p:nvSpPr>
          <p:cNvPr id="130" name="Alter">
            <a:extLst>
              <a:ext uri="{FF2B5EF4-FFF2-40B4-BE49-F238E27FC236}">
                <a16:creationId xmlns:a16="http://schemas.microsoft.com/office/drawing/2014/main" id="{F5FC5F0C-C18F-4BAA-A0B3-F18DFEB8F87B}"/>
              </a:ext>
            </a:extLst>
          </p:cNvPr>
          <p:cNvSpPr>
            <a:spLocks noGrp="1"/>
          </p:cNvSpPr>
          <p:nvPr/>
        </p:nvSpPr>
        <p:spPr>
          <a:xfrm>
            <a:off x="1002651" y="1128820"/>
            <a:ext cx="370294" cy="261610"/>
          </a:xfrm>
          <a:prstGeom prst="rect">
            <a:avLst/>
          </a:prstGeom>
          <a:ln w="3175"/>
        </p:spPr>
        <p:txBody>
          <a:bodyPr wrap="none" lIns="38100" tIns="38100" rIns="38100" bIns="38100" anchor="ctr">
            <a:spAutoFit/>
          </a:bodyPr>
          <a:lstStyle>
            <a:lvl1pPr algn="l">
              <a:buNone/>
              <a:defRPr sz="1500" b="0" spc="75">
                <a:solidFill>
                  <a:srgbClr val="FFFFFF"/>
                </a:solidFill>
                <a:latin typeface="Futura"/>
                <a:ea typeface="Futura"/>
                <a:cs typeface="Futura"/>
              </a:defRPr>
            </a:lvl1pPr>
          </a:lstStyle>
          <a:p>
            <a:r>
              <a:rPr sz="1200">
                <a:latin typeface="Arial"/>
                <a:ea typeface="Arial"/>
                <a:cs typeface="Arial"/>
              </a:rPr>
              <a:t>Bild</a:t>
            </a:r>
          </a:p>
        </p:txBody>
      </p:sp>
      <p:sp>
        <p:nvSpPr>
          <p:cNvPr id="133" name="Digitale Fähigkeiten">
            <a:extLst>
              <a:ext uri="{FF2B5EF4-FFF2-40B4-BE49-F238E27FC236}">
                <a16:creationId xmlns:a16="http://schemas.microsoft.com/office/drawing/2014/main" id="{95639156-22EA-4C71-9604-82EE6697CA59}"/>
              </a:ext>
            </a:extLst>
          </p:cNvPr>
          <p:cNvSpPr>
            <a:spLocks noGrp="1"/>
          </p:cNvSpPr>
          <p:nvPr/>
        </p:nvSpPr>
        <p:spPr>
          <a:xfrm>
            <a:off x="106044" y="3408655"/>
            <a:ext cx="19059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Digitale Fähigkeiten</a:t>
            </a:r>
          </a:p>
        </p:txBody>
      </p:sp>
      <p:sp>
        <p:nvSpPr>
          <p:cNvPr id="137" name="Digitale Fähigkeiten">
            <a:extLst>
              <a:ext uri="{FF2B5EF4-FFF2-40B4-BE49-F238E27FC236}">
                <a16:creationId xmlns:a16="http://schemas.microsoft.com/office/drawing/2014/main" id="{CC16A71D-C474-48D6-B981-443BBB56BFFC}"/>
              </a:ext>
            </a:extLst>
          </p:cNvPr>
          <p:cNvSpPr>
            <a:spLocks noGrp="1"/>
          </p:cNvSpPr>
          <p:nvPr/>
        </p:nvSpPr>
        <p:spPr>
          <a:xfrm>
            <a:off x="79877" y="5241816"/>
            <a:ext cx="1372171"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Persönlichkeit</a:t>
            </a:r>
          </a:p>
        </p:txBody>
      </p:sp>
      <p:sp>
        <p:nvSpPr>
          <p:cNvPr id="142" name="„Kurzbeschreibung in Form eines Zitats. Wie würde sich unsere Persona selbst beschreiben?“">
            <a:extLst>
              <a:ext uri="{FF2B5EF4-FFF2-40B4-BE49-F238E27FC236}">
                <a16:creationId xmlns:a16="http://schemas.microsoft.com/office/drawing/2014/main" id="{BBBCFEF8-EC0F-4D66-8148-8817A5F7ECFA}"/>
              </a:ext>
            </a:extLst>
          </p:cNvPr>
          <p:cNvSpPr>
            <a:spLocks noGrp="1"/>
          </p:cNvSpPr>
          <p:nvPr/>
        </p:nvSpPr>
        <p:spPr>
          <a:xfrm>
            <a:off x="2756202" y="158675"/>
            <a:ext cx="3887052" cy="446276"/>
          </a:xfrm>
          <a:prstGeom prst="rect">
            <a:avLst/>
          </a:prstGeom>
          <a:ln w="3175"/>
        </p:spPr>
        <p:txBody>
          <a:bodyPr wrap="square" lIns="38100" tIns="38100" rIns="38100" bIns="38100" anchor="ctr">
            <a:spAutoFit/>
          </a:bodyPr>
          <a:lstStyle>
            <a:lvl1pPr>
              <a:buNone/>
              <a:defRPr b="0">
                <a:latin typeface="Avenir Book Oblique"/>
                <a:ea typeface="Avenir Book Oblique"/>
                <a:cs typeface="Avenir Book Oblique"/>
              </a:defRPr>
            </a:lvl1pPr>
          </a:lstStyle>
          <a:p>
            <a:r>
              <a:rPr sz="1200">
                <a:latin typeface="Arial"/>
                <a:ea typeface="Arial"/>
                <a:cs typeface="Arial"/>
              </a:rPr>
              <a:t>„Ich höre auf, solange noch etwas übrig ist.“</a:t>
            </a:r>
          </a:p>
        </p:txBody>
      </p:sp>
      <p:sp>
        <p:nvSpPr>
          <p:cNvPr id="146" name="Szenario/Bio">
            <a:extLst>
              <a:ext uri="{FF2B5EF4-FFF2-40B4-BE49-F238E27FC236}">
                <a16:creationId xmlns:a16="http://schemas.microsoft.com/office/drawing/2014/main" id="{2EA78725-E414-45A0-B0B0-77706EA3C96E}"/>
              </a:ext>
            </a:extLst>
          </p:cNvPr>
          <p:cNvSpPr>
            <a:spLocks noGrp="1"/>
          </p:cNvSpPr>
          <p:nvPr/>
        </p:nvSpPr>
        <p:spPr>
          <a:xfrm>
            <a:off x="2715106" y="1356198"/>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Szenario/Bio</a:t>
            </a:r>
          </a:p>
        </p:txBody>
      </p:sp>
      <p:sp>
        <p:nvSpPr>
          <p:cNvPr id="158"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2A108906-8453-449A-9AC4-F3A016E1F1C2}"/>
              </a:ext>
            </a:extLst>
          </p:cNvPr>
          <p:cNvSpPr>
            <a:spLocks noGrp="1"/>
          </p:cNvSpPr>
          <p:nvPr/>
        </p:nvSpPr>
        <p:spPr>
          <a:xfrm>
            <a:off x="2723544" y="1552787"/>
            <a:ext cx="3896179" cy="13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lang="de-CH" sz="1100" dirty="0">
                <a:latin typeface="Arial"/>
                <a:ea typeface="Arial"/>
                <a:cs typeface="Arial"/>
              </a:rPr>
              <a:t>Jefferson</a:t>
            </a:r>
            <a:r>
              <a:rPr sz="1100" dirty="0">
                <a:latin typeface="Arial"/>
                <a:ea typeface="Arial"/>
                <a:cs typeface="Arial"/>
              </a:rPr>
              <a:t> </a:t>
            </a:r>
            <a:r>
              <a:rPr sz="1100" dirty="0" err="1">
                <a:latin typeface="Arial"/>
                <a:ea typeface="Arial"/>
                <a:cs typeface="Arial"/>
              </a:rPr>
              <a:t>setzt</a:t>
            </a:r>
            <a:r>
              <a:rPr sz="1100" dirty="0">
                <a:latin typeface="Arial"/>
                <a:ea typeface="Arial"/>
                <a:cs typeface="Arial"/>
              </a:rPr>
              <a:t> </a:t>
            </a:r>
            <a:r>
              <a:rPr sz="1100" dirty="0" err="1">
                <a:latin typeface="Arial"/>
                <a:ea typeface="Arial"/>
                <a:cs typeface="Arial"/>
              </a:rPr>
              <a:t>sich</a:t>
            </a:r>
            <a:r>
              <a:rPr sz="1100" dirty="0">
                <a:latin typeface="Arial"/>
                <a:ea typeface="Arial"/>
                <a:cs typeface="Arial"/>
              </a:rPr>
              <a:t> </a:t>
            </a:r>
            <a:r>
              <a:rPr sz="1100" dirty="0" err="1">
                <a:latin typeface="Arial"/>
                <a:ea typeface="Arial"/>
                <a:cs typeface="Arial"/>
              </a:rPr>
              <a:t>vor</a:t>
            </a:r>
            <a:r>
              <a:rPr sz="1100" dirty="0">
                <a:latin typeface="Arial"/>
                <a:ea typeface="Arial"/>
                <a:cs typeface="Arial"/>
              </a:rPr>
              <a:t> </a:t>
            </a:r>
            <a:r>
              <a:rPr sz="1100" dirty="0" err="1">
                <a:latin typeface="Arial"/>
                <a:ea typeface="Arial"/>
                <a:cs typeface="Arial"/>
              </a:rPr>
              <a:t>jedem</a:t>
            </a:r>
            <a:r>
              <a:rPr sz="1100" dirty="0">
                <a:latin typeface="Arial"/>
                <a:ea typeface="Arial"/>
                <a:cs typeface="Arial"/>
              </a:rPr>
              <a:t> Abend </a:t>
            </a:r>
            <a:r>
              <a:rPr sz="1100" dirty="0" err="1">
                <a:latin typeface="Arial"/>
                <a:ea typeface="Arial"/>
                <a:cs typeface="Arial"/>
              </a:rPr>
              <a:t>ein</a:t>
            </a:r>
            <a:r>
              <a:rPr sz="1100" dirty="0">
                <a:latin typeface="Arial"/>
                <a:ea typeface="Arial"/>
                <a:cs typeface="Arial"/>
              </a:rPr>
              <a:t> </a:t>
            </a:r>
            <a:r>
              <a:rPr sz="1100" dirty="0" err="1">
                <a:latin typeface="Arial"/>
                <a:ea typeface="Arial"/>
                <a:cs typeface="Arial"/>
              </a:rPr>
              <a:t>festes</a:t>
            </a:r>
            <a:r>
              <a:rPr sz="1100" dirty="0">
                <a:latin typeface="Arial"/>
                <a:ea typeface="Arial"/>
                <a:cs typeface="Arial"/>
              </a:rPr>
              <a:t> Limit. Am </a:t>
            </a:r>
            <a:r>
              <a:rPr sz="1100" dirty="0" err="1">
                <a:latin typeface="Arial"/>
                <a:ea typeface="Arial"/>
                <a:cs typeface="Arial"/>
              </a:rPr>
              <a:t>Schluss</a:t>
            </a:r>
            <a:r>
              <a:rPr sz="1100" dirty="0">
                <a:latin typeface="Arial"/>
                <a:ea typeface="Arial"/>
                <a:cs typeface="Arial"/>
              </a:rPr>
              <a:t> will </a:t>
            </a:r>
            <a:r>
              <a:rPr lang="de-CH" sz="1100" dirty="0">
                <a:latin typeface="Arial"/>
                <a:ea typeface="Arial"/>
                <a:cs typeface="Arial"/>
              </a:rPr>
              <a:t>er</a:t>
            </a:r>
            <a:r>
              <a:rPr sz="1100" dirty="0">
                <a:latin typeface="Arial"/>
                <a:ea typeface="Arial"/>
                <a:cs typeface="Arial"/>
              </a:rPr>
              <a:t> schwarz auf </a:t>
            </a:r>
            <a:r>
              <a:rPr sz="1100" dirty="0" err="1">
                <a:latin typeface="Arial"/>
                <a:ea typeface="Arial"/>
                <a:cs typeface="Arial"/>
              </a:rPr>
              <a:t>weiss</a:t>
            </a:r>
            <a:r>
              <a:rPr sz="1100" dirty="0">
                <a:latin typeface="Arial"/>
                <a:ea typeface="Arial"/>
                <a:cs typeface="Arial"/>
              </a:rPr>
              <a:t> </a:t>
            </a:r>
            <a:r>
              <a:rPr sz="1100" dirty="0" err="1">
                <a:latin typeface="Arial"/>
                <a:ea typeface="Arial"/>
                <a:cs typeface="Arial"/>
              </a:rPr>
              <a:t>sehen</a:t>
            </a:r>
            <a:r>
              <a:rPr sz="1100" dirty="0">
                <a:latin typeface="Arial"/>
                <a:ea typeface="Arial"/>
                <a:cs typeface="Arial"/>
              </a:rPr>
              <a:t>, </a:t>
            </a:r>
            <a:r>
              <a:rPr sz="1100" dirty="0" err="1">
                <a:latin typeface="Arial"/>
                <a:ea typeface="Arial"/>
                <a:cs typeface="Arial"/>
              </a:rPr>
              <a:t>wie</a:t>
            </a:r>
            <a:r>
              <a:rPr sz="1100" dirty="0">
                <a:latin typeface="Arial"/>
                <a:ea typeface="Arial"/>
                <a:cs typeface="Arial"/>
              </a:rPr>
              <a:t> </a:t>
            </a:r>
            <a:r>
              <a:rPr lang="de-CH" sz="1100" dirty="0">
                <a:latin typeface="Arial"/>
                <a:ea typeface="Arial"/>
                <a:cs typeface="Arial"/>
              </a:rPr>
              <a:t>viel</a:t>
            </a:r>
            <a:r>
              <a:rPr sz="1100" dirty="0">
                <a:latin typeface="Arial"/>
                <a:ea typeface="Arial"/>
                <a:cs typeface="Arial"/>
              </a:rPr>
              <a:t> </a:t>
            </a:r>
            <a:r>
              <a:rPr lang="de-CH" sz="1100" dirty="0">
                <a:latin typeface="Arial"/>
                <a:ea typeface="Arial"/>
                <a:cs typeface="Arial"/>
              </a:rPr>
              <a:t>er</a:t>
            </a:r>
            <a:r>
              <a:rPr sz="1100" dirty="0">
                <a:latin typeface="Arial"/>
                <a:ea typeface="Arial"/>
                <a:cs typeface="Arial"/>
              </a:rPr>
              <a:t> </a:t>
            </a:r>
            <a:r>
              <a:rPr sz="1100" dirty="0" err="1">
                <a:latin typeface="Arial"/>
                <a:ea typeface="Arial"/>
                <a:cs typeface="Arial"/>
              </a:rPr>
              <a:t>eingezahlt</a:t>
            </a:r>
            <a:r>
              <a:rPr sz="1100" dirty="0">
                <a:latin typeface="Arial"/>
                <a:ea typeface="Arial"/>
                <a:cs typeface="Arial"/>
              </a:rPr>
              <a:t> und </a:t>
            </a:r>
            <a:r>
              <a:rPr sz="1100" dirty="0" err="1">
                <a:latin typeface="Arial"/>
                <a:ea typeface="Arial"/>
                <a:cs typeface="Arial"/>
              </a:rPr>
              <a:t>wie</a:t>
            </a:r>
            <a:r>
              <a:rPr sz="1100" dirty="0">
                <a:latin typeface="Arial"/>
                <a:ea typeface="Arial"/>
                <a:cs typeface="Arial"/>
              </a:rPr>
              <a:t> </a:t>
            </a:r>
            <a:r>
              <a:rPr sz="1100" dirty="0" err="1">
                <a:latin typeface="Arial"/>
                <a:ea typeface="Arial"/>
                <a:cs typeface="Arial"/>
              </a:rPr>
              <a:t>viel</a:t>
            </a:r>
            <a:r>
              <a:rPr sz="1100" dirty="0">
                <a:latin typeface="Arial"/>
                <a:ea typeface="Arial"/>
                <a:cs typeface="Arial"/>
              </a:rPr>
              <a:t> </a:t>
            </a:r>
            <a:r>
              <a:rPr lang="de-CH" sz="1100" dirty="0">
                <a:latin typeface="Arial"/>
                <a:ea typeface="Arial"/>
                <a:cs typeface="Arial"/>
              </a:rPr>
              <a:t>er</a:t>
            </a:r>
            <a:r>
              <a:rPr sz="1100" dirty="0">
                <a:latin typeface="Arial"/>
                <a:ea typeface="Arial"/>
                <a:cs typeface="Arial"/>
              </a:rPr>
              <a:t> </a:t>
            </a:r>
            <a:r>
              <a:rPr sz="1100" dirty="0" err="1">
                <a:latin typeface="Arial"/>
                <a:ea typeface="Arial"/>
                <a:cs typeface="Arial"/>
              </a:rPr>
              <a:t>herausbekommen</a:t>
            </a:r>
            <a:r>
              <a:rPr sz="1100" dirty="0">
                <a:latin typeface="Arial"/>
                <a:ea typeface="Arial"/>
                <a:cs typeface="Arial"/>
              </a:rPr>
              <a:t> hat.</a:t>
            </a:r>
            <a:endParaRPr sz="1200" dirty="0">
              <a:latin typeface="Arial"/>
              <a:ea typeface="Arial"/>
              <a:cs typeface="Arial"/>
            </a:endParaRPr>
          </a:p>
        </p:txBody>
      </p:sp>
      <p:pic>
        <p:nvPicPr>
          <p:cNvPr id="294" name="Grafik 160"/>
          <p:cNvPicPr>
            <a:picLocks noChangeAspect="1"/>
          </p:cNvPicPr>
          <p:nvPr/>
        </p:nvPicPr>
        <p:blipFill>
          <a:blip r:embed="rId14"/>
          <a:stretch>
            <a:fillRect/>
          </a:stretch>
        </p:blipFill>
        <p:spPr>
          <a:xfrm>
            <a:off x="199459" y="7886105"/>
            <a:ext cx="361188" cy="361188"/>
          </a:xfrm>
          <a:prstGeom prst="rect">
            <a:avLst/>
          </a:prstGeom>
        </p:spPr>
      </p:pic>
      <p:pic>
        <p:nvPicPr>
          <p:cNvPr id="295" name="Grafik 168"/>
          <p:cNvPicPr>
            <a:picLocks noChangeAspect="1"/>
          </p:cNvPicPr>
          <p:nvPr/>
        </p:nvPicPr>
        <p:blipFill>
          <a:blip r:embed="rId15"/>
          <a:stretch>
            <a:fillRect/>
          </a:stretch>
        </p:blipFill>
        <p:spPr>
          <a:xfrm>
            <a:off x="598262" y="7876712"/>
            <a:ext cx="361188" cy="361188"/>
          </a:xfrm>
          <a:prstGeom prst="rect">
            <a:avLst/>
          </a:prstGeom>
        </p:spPr>
      </p:pic>
      <p:sp>
        <p:nvSpPr>
          <p:cNvPr id="170" name="Digitale Fähigkeiten">
            <a:extLst>
              <a:ext uri="{FF2B5EF4-FFF2-40B4-BE49-F238E27FC236}">
                <a16:creationId xmlns:a16="http://schemas.microsoft.com/office/drawing/2014/main" id="{821DEF16-F116-4C22-BE2F-DF356BBE6A40}"/>
              </a:ext>
            </a:extLst>
          </p:cNvPr>
          <p:cNvSpPr>
            <a:spLocks noGrp="1"/>
          </p:cNvSpPr>
          <p:nvPr/>
        </p:nvSpPr>
        <p:spPr>
          <a:xfrm>
            <a:off x="100171" y="2325718"/>
            <a:ext cx="1172757"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Technologie</a:t>
            </a:r>
          </a:p>
        </p:txBody>
      </p:sp>
      <p:pic>
        <p:nvPicPr>
          <p:cNvPr id="297" name="Grafik 175"/>
          <p:cNvPicPr>
            <a:picLocks noChangeAspect="1"/>
          </p:cNvPicPr>
          <p:nvPr/>
        </p:nvPicPr>
        <p:blipFill>
          <a:blip r:embed="rId16"/>
          <a:stretch>
            <a:fillRect/>
          </a:stretch>
        </p:blipFill>
        <p:spPr>
          <a:xfrm>
            <a:off x="162886" y="2982875"/>
            <a:ext cx="361188" cy="361188"/>
          </a:xfrm>
          <a:prstGeom prst="rect">
            <a:avLst/>
          </a:prstGeom>
        </p:spPr>
      </p:pic>
      <p:pic>
        <p:nvPicPr>
          <p:cNvPr id="298" name="Grafik 176"/>
          <p:cNvPicPr>
            <a:picLocks noChangeAspect="1"/>
          </p:cNvPicPr>
          <p:nvPr/>
        </p:nvPicPr>
        <p:blipFill>
          <a:blip r:embed="rId17"/>
          <a:stretch>
            <a:fillRect/>
          </a:stretch>
        </p:blipFill>
        <p:spPr>
          <a:xfrm>
            <a:off x="682382" y="2972196"/>
            <a:ext cx="361188" cy="361188"/>
          </a:xfrm>
          <a:prstGeom prst="rect">
            <a:avLst/>
          </a:prstGeom>
        </p:spPr>
      </p:pic>
      <p:sp>
        <p:nvSpPr>
          <p:cNvPr id="178" name="Digitale Fähigkeiten">
            <a:extLst>
              <a:ext uri="{FF2B5EF4-FFF2-40B4-BE49-F238E27FC236}">
                <a16:creationId xmlns:a16="http://schemas.microsoft.com/office/drawing/2014/main" id="{82A58D85-42C8-48A9-A00B-31BE53B3F5C8}"/>
              </a:ext>
            </a:extLst>
          </p:cNvPr>
          <p:cNvSpPr>
            <a:spLocks noGrp="1"/>
          </p:cNvSpPr>
          <p:nvPr/>
        </p:nvSpPr>
        <p:spPr>
          <a:xfrm>
            <a:off x="136006" y="7552259"/>
            <a:ext cx="823944"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Browser</a:t>
            </a:r>
          </a:p>
        </p:txBody>
      </p:sp>
      <p:sp>
        <p:nvSpPr>
          <p:cNvPr id="179" name="Digitale Fähigkeiten">
            <a:extLst>
              <a:ext uri="{FF2B5EF4-FFF2-40B4-BE49-F238E27FC236}">
                <a16:creationId xmlns:a16="http://schemas.microsoft.com/office/drawing/2014/main" id="{656CB1C1-874D-46D5-BD82-E2CBE1600F4C}"/>
              </a:ext>
            </a:extLst>
          </p:cNvPr>
          <p:cNvSpPr>
            <a:spLocks noGrp="1"/>
          </p:cNvSpPr>
          <p:nvPr/>
        </p:nvSpPr>
        <p:spPr>
          <a:xfrm>
            <a:off x="128032" y="8343964"/>
            <a:ext cx="1263166" cy="292388"/>
          </a:xfrm>
          <a:prstGeom prst="rect">
            <a:avLst/>
          </a:prstGeom>
          <a:ln w="3175"/>
        </p:spPr>
        <p:txBody>
          <a:bodyPr wrap="none" lIns="38100" tIns="38100" rIns="38100" bIns="38100" anchor="ctr">
            <a:spAutoFit/>
          </a:bodyPr>
          <a:lstStyle>
            <a:lvl1pPr>
              <a:buNone/>
              <a:defRPr sz="2000" b="0" spc="100">
                <a:solidFill>
                  <a:srgbClr val="FFFFFF"/>
                </a:solidFill>
                <a:latin typeface="Futura"/>
                <a:ea typeface="Futura"/>
                <a:cs typeface="Futura"/>
              </a:defRPr>
            </a:lvl1pPr>
          </a:lstStyle>
          <a:p>
            <a:r>
              <a:rPr sz="1400">
                <a:latin typeface="Arial"/>
                <a:ea typeface="Arial"/>
                <a:cs typeface="Arial"/>
              </a:rPr>
              <a:t>Appsnutzung</a:t>
            </a:r>
          </a:p>
        </p:txBody>
      </p:sp>
      <p:sp>
        <p:nvSpPr>
          <p:cNvPr id="8" name="Szenario/Bio">
            <a:extLst>
              <a:ext uri="{FF2B5EF4-FFF2-40B4-BE49-F238E27FC236}">
                <a16:creationId xmlns:a16="http://schemas.microsoft.com/office/drawing/2014/main" id="{A18CC650-64E9-CE9D-B2CD-B8F23CF1DA62}"/>
              </a:ext>
            </a:extLst>
          </p:cNvPr>
          <p:cNvSpPr>
            <a:spLocks noGrp="1"/>
          </p:cNvSpPr>
          <p:nvPr/>
        </p:nvSpPr>
        <p:spPr>
          <a:xfrm>
            <a:off x="2702384" y="286040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rPr dirty="0" err="1"/>
              <a:t>Nutzungsgrund</a:t>
            </a:r>
            <a:endParaRPr dirty="0"/>
          </a:p>
        </p:txBody>
      </p:sp>
      <p:sp>
        <p:nvSpPr>
          <p:cNvPr id="11"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347DC844-66C0-EE16-5FCD-082025B9AAED}"/>
              </a:ext>
            </a:extLst>
          </p:cNvPr>
          <p:cNvSpPr>
            <a:spLocks noGrp="1"/>
          </p:cNvSpPr>
          <p:nvPr/>
        </p:nvSpPr>
        <p:spPr>
          <a:xfrm>
            <a:off x="2723544" y="3071774"/>
            <a:ext cx="3896179" cy="9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lang="de-CH" sz="1100" dirty="0">
                <a:latin typeface="Arial"/>
                <a:ea typeface="Arial"/>
                <a:cs typeface="Arial"/>
              </a:rPr>
              <a:t>Er</a:t>
            </a:r>
            <a:r>
              <a:rPr sz="1100" dirty="0">
                <a:latin typeface="Arial"/>
                <a:ea typeface="Arial"/>
                <a:cs typeface="Arial"/>
              </a:rPr>
              <a:t> will das Spiel </a:t>
            </a:r>
            <a:r>
              <a:rPr sz="1100" dirty="0" err="1">
                <a:latin typeface="Arial"/>
                <a:ea typeface="Arial"/>
                <a:cs typeface="Arial"/>
              </a:rPr>
              <a:t>sauber</a:t>
            </a:r>
            <a:r>
              <a:rPr sz="1100" dirty="0">
                <a:latin typeface="Arial"/>
                <a:ea typeface="Arial"/>
                <a:cs typeface="Arial"/>
              </a:rPr>
              <a:t> </a:t>
            </a:r>
            <a:r>
              <a:rPr sz="1100" dirty="0" err="1">
                <a:latin typeface="Arial"/>
                <a:ea typeface="Arial"/>
                <a:cs typeface="Arial"/>
              </a:rPr>
              <a:t>beenden</a:t>
            </a:r>
            <a:r>
              <a:rPr sz="1100" dirty="0">
                <a:latin typeface="Arial"/>
                <a:ea typeface="Arial"/>
                <a:cs typeface="Arial"/>
              </a:rPr>
              <a:t>, </a:t>
            </a:r>
            <a:r>
              <a:rPr sz="1100" dirty="0" err="1">
                <a:latin typeface="Arial"/>
                <a:ea typeface="Arial"/>
                <a:cs typeface="Arial"/>
              </a:rPr>
              <a:t>ihre</a:t>
            </a:r>
            <a:r>
              <a:rPr sz="1100" dirty="0">
                <a:latin typeface="Arial"/>
                <a:ea typeface="Arial"/>
                <a:cs typeface="Arial"/>
              </a:rPr>
              <a:t> </a:t>
            </a:r>
            <a:r>
              <a:rPr sz="1100" dirty="0" err="1">
                <a:latin typeface="Arial"/>
                <a:ea typeface="Arial"/>
                <a:cs typeface="Arial"/>
              </a:rPr>
              <a:t>restlichen</a:t>
            </a:r>
            <a:r>
              <a:rPr sz="1100" dirty="0">
                <a:latin typeface="Arial"/>
                <a:ea typeface="Arial"/>
                <a:cs typeface="Arial"/>
              </a:rPr>
              <a:t> Jetons </a:t>
            </a:r>
            <a:r>
              <a:rPr sz="1100" dirty="0" err="1">
                <a:latin typeface="Arial"/>
                <a:ea typeface="Arial"/>
                <a:cs typeface="Arial"/>
              </a:rPr>
              <a:t>ausbezahlt</a:t>
            </a:r>
            <a:r>
              <a:rPr sz="1100" dirty="0">
                <a:latin typeface="Arial"/>
                <a:ea typeface="Arial"/>
                <a:cs typeface="Arial"/>
              </a:rPr>
              <a:t> </a:t>
            </a:r>
            <a:r>
              <a:rPr sz="1100" dirty="0" err="1">
                <a:latin typeface="Arial"/>
                <a:ea typeface="Arial"/>
                <a:cs typeface="Arial"/>
              </a:rPr>
              <a:t>bekommen</a:t>
            </a:r>
            <a:r>
              <a:rPr sz="1100" dirty="0">
                <a:latin typeface="Arial"/>
                <a:ea typeface="Arial"/>
                <a:cs typeface="Arial"/>
              </a:rPr>
              <a:t> und </a:t>
            </a:r>
            <a:r>
              <a:rPr sz="1100" dirty="0" err="1">
                <a:latin typeface="Arial"/>
                <a:ea typeface="Arial"/>
                <a:cs typeface="Arial"/>
              </a:rPr>
              <a:t>eine</a:t>
            </a:r>
            <a:r>
              <a:rPr sz="1100" dirty="0">
                <a:latin typeface="Arial"/>
                <a:ea typeface="Arial"/>
                <a:cs typeface="Arial"/>
              </a:rPr>
              <a:t> </a:t>
            </a:r>
            <a:r>
              <a:rPr sz="1100" dirty="0" err="1">
                <a:latin typeface="Arial"/>
                <a:ea typeface="Arial"/>
                <a:cs typeface="Arial"/>
              </a:rPr>
              <a:t>nachvollziehbare</a:t>
            </a:r>
            <a:r>
              <a:rPr sz="1100" dirty="0">
                <a:latin typeface="Arial"/>
                <a:ea typeface="Arial"/>
                <a:cs typeface="Arial"/>
              </a:rPr>
              <a:t> </a:t>
            </a:r>
            <a:r>
              <a:rPr sz="1100" dirty="0" err="1">
                <a:latin typeface="Arial"/>
                <a:ea typeface="Arial"/>
                <a:cs typeface="Arial"/>
              </a:rPr>
              <a:t>Schlussbilanz</a:t>
            </a:r>
            <a:r>
              <a:rPr sz="1100" dirty="0">
                <a:latin typeface="Arial"/>
                <a:ea typeface="Arial"/>
                <a:cs typeface="Arial"/>
              </a:rPr>
              <a:t> </a:t>
            </a:r>
            <a:r>
              <a:rPr sz="1100" dirty="0" err="1">
                <a:latin typeface="Arial"/>
                <a:ea typeface="Arial"/>
                <a:cs typeface="Arial"/>
              </a:rPr>
              <a:t>erhalten</a:t>
            </a:r>
            <a:r>
              <a:rPr sz="1100" dirty="0">
                <a:latin typeface="Arial"/>
                <a:ea typeface="Arial"/>
                <a:cs typeface="Arial"/>
              </a:rPr>
              <a:t>.</a:t>
            </a:r>
            <a:endParaRPr sz="1200" dirty="0">
              <a:latin typeface="Arial"/>
              <a:ea typeface="Arial"/>
              <a:cs typeface="Arial"/>
            </a:endParaRPr>
          </a:p>
        </p:txBody>
      </p:sp>
      <p:sp>
        <p:nvSpPr>
          <p:cNvPr id="16" name="Szenario/Bio">
            <a:extLst>
              <a:ext uri="{FF2B5EF4-FFF2-40B4-BE49-F238E27FC236}">
                <a16:creationId xmlns:a16="http://schemas.microsoft.com/office/drawing/2014/main" id="{2C80E7B7-AAB0-10EE-3ACB-A3C87E2227E7}"/>
              </a:ext>
            </a:extLst>
          </p:cNvPr>
          <p:cNvSpPr>
            <a:spLocks noGrp="1"/>
          </p:cNvSpPr>
          <p:nvPr/>
        </p:nvSpPr>
        <p:spPr>
          <a:xfrm>
            <a:off x="2702383" y="5471652"/>
            <a:ext cx="1740361" cy="292388"/>
          </a:xfrm>
          <a:prstGeom prst="rect">
            <a:avLst/>
          </a:prstGeom>
          <a:ln w="3175"/>
        </p:spPr>
        <p:txBody>
          <a:bodyPr wrap="square" lIns="38100" tIns="38100" rIns="38100" bIns="38100" anchor="ctr">
            <a:spAutoFit/>
          </a:bodyPr>
          <a:lstStyle>
            <a:lvl1pPr>
              <a:buNone/>
              <a:defRPr sz="1400" b="0" spc="100">
                <a:latin typeface="Arial"/>
                <a:ea typeface="Arial"/>
                <a:cs typeface="Arial"/>
              </a:defRPr>
            </a:lvl1pPr>
          </a:lstStyle>
          <a:p>
            <a:r>
              <a:t>Anforderungen</a:t>
            </a:r>
          </a:p>
        </p:txBody>
      </p:sp>
      <p:sp>
        <p:nvSpPr>
          <p:cNvPr id="20" name="In einem kurzen Text sollte man an dieser Stelle die momentane Situation, in der sich unsere Persona befindet zusammenfassen. Dabei kann man Dinge wie die berufliche oder familiäre Situation sowie Gedanken und Ziele aufschreiben.">
            <a:extLst>
              <a:ext uri="{FF2B5EF4-FFF2-40B4-BE49-F238E27FC236}">
                <a16:creationId xmlns:a16="http://schemas.microsoft.com/office/drawing/2014/main" id="{D402C09C-E8A7-5E55-4333-E50D4A51CDE6}"/>
              </a:ext>
            </a:extLst>
          </p:cNvPr>
          <p:cNvSpPr>
            <a:spLocks noGrp="1"/>
          </p:cNvSpPr>
          <p:nvPr/>
        </p:nvSpPr>
        <p:spPr>
          <a:xfrm>
            <a:off x="2747075" y="5764040"/>
            <a:ext cx="3896179" cy="3000000"/>
          </a:xfrm>
          <a:prstGeom prst="rect">
            <a:avLst/>
          </a:prstGeom>
          <a:ln w="3175"/>
        </p:spPr>
        <p:txBody>
          <a:bodyPr wrap="square" lIns="38100" tIns="38100" rIns="38100" bIns="38100" anchor="t">
            <a:noAutofit/>
          </a:bodyPr>
          <a:lstStyle>
            <a:lvl1pPr algn="l">
              <a:buNone/>
              <a:defRPr sz="1600" b="0">
                <a:latin typeface="Avenir Book"/>
                <a:ea typeface="Avenir Book"/>
                <a:cs typeface="Avenir Book"/>
              </a:defRPr>
            </a:lvl1pPr>
          </a:lstStyle>
          <a:p>
            <a:r>
              <a:rPr sz="1000" dirty="0">
                <a:latin typeface="Arial"/>
                <a:ea typeface="Arial"/>
                <a:cs typeface="Arial"/>
              </a:rPr>
              <a:t>US-00</a:t>
            </a:r>
            <a:r>
              <a:rPr lang="de-CH" sz="1000" dirty="0">
                <a:latin typeface="Arial"/>
                <a:ea typeface="Arial"/>
                <a:cs typeface="Arial"/>
              </a:rPr>
              <a:t>6</a:t>
            </a:r>
            <a:r>
              <a:rPr sz="1000" dirty="0">
                <a:latin typeface="Arial"/>
                <a:ea typeface="Arial"/>
                <a:cs typeface="Arial"/>
              </a:rPr>
              <a:t>: Als Spieler </a:t>
            </a:r>
            <a:r>
              <a:rPr sz="1000" dirty="0" err="1">
                <a:latin typeface="Arial"/>
                <a:ea typeface="Arial"/>
                <a:cs typeface="Arial"/>
              </a:rPr>
              <a:t>möchte</a:t>
            </a:r>
            <a:r>
              <a:rPr sz="1000" dirty="0">
                <a:latin typeface="Arial"/>
                <a:ea typeface="Arial"/>
                <a:cs typeface="Arial"/>
              </a:rPr>
              <a:t> ich das Casino </a:t>
            </a:r>
            <a:r>
              <a:rPr sz="1000" dirty="0" err="1">
                <a:latin typeface="Arial"/>
                <a:ea typeface="Arial"/>
                <a:cs typeface="Arial"/>
              </a:rPr>
              <a:t>verlassen</a:t>
            </a:r>
            <a:r>
              <a:rPr sz="1000" dirty="0">
                <a:latin typeface="Arial"/>
                <a:ea typeface="Arial"/>
                <a:cs typeface="Arial"/>
              </a:rPr>
              <a:t> und </a:t>
            </a:r>
            <a:r>
              <a:rPr sz="1000" dirty="0" err="1">
                <a:latin typeface="Arial"/>
                <a:ea typeface="Arial"/>
                <a:cs typeface="Arial"/>
              </a:rPr>
              <a:t>meine</a:t>
            </a:r>
            <a:r>
              <a:rPr sz="1000" dirty="0">
                <a:latin typeface="Arial"/>
                <a:ea typeface="Arial"/>
                <a:cs typeface="Arial"/>
              </a:rPr>
              <a:t> </a:t>
            </a:r>
            <a:r>
              <a:rPr sz="1000" dirty="0" err="1">
                <a:latin typeface="Arial"/>
                <a:ea typeface="Arial"/>
                <a:cs typeface="Arial"/>
              </a:rPr>
              <a:t>restlichen</a:t>
            </a:r>
            <a:r>
              <a:rPr sz="1000" dirty="0">
                <a:latin typeface="Arial"/>
                <a:ea typeface="Arial"/>
                <a:cs typeface="Arial"/>
              </a:rPr>
              <a:t> Jetons </a:t>
            </a:r>
            <a:r>
              <a:rPr sz="1000" dirty="0" err="1">
                <a:latin typeface="Arial"/>
                <a:ea typeface="Arial"/>
                <a:cs typeface="Arial"/>
              </a:rPr>
              <a:t>auszahlen</a:t>
            </a:r>
            <a:r>
              <a:rPr sz="1000" dirty="0">
                <a:latin typeface="Arial"/>
                <a:ea typeface="Arial"/>
                <a:cs typeface="Arial"/>
              </a:rPr>
              <a:t> </a:t>
            </a:r>
            <a:r>
              <a:rPr sz="1000" dirty="0" err="1">
                <a:latin typeface="Arial"/>
                <a:ea typeface="Arial"/>
                <a:cs typeface="Arial"/>
              </a:rPr>
              <a:t>lassen</a:t>
            </a:r>
            <a:r>
              <a:rPr sz="1000" dirty="0">
                <a:latin typeface="Arial"/>
                <a:ea typeface="Arial"/>
                <a:cs typeface="Arial"/>
              </a:rPr>
              <a:t>, </a:t>
            </a:r>
            <a:r>
              <a:rPr sz="1000" dirty="0" err="1">
                <a:latin typeface="Arial"/>
                <a:ea typeface="Arial"/>
                <a:cs typeface="Arial"/>
              </a:rPr>
              <a:t>damit</a:t>
            </a:r>
            <a:r>
              <a:rPr sz="1000" dirty="0">
                <a:latin typeface="Arial"/>
                <a:ea typeface="Arial"/>
                <a:cs typeface="Arial"/>
              </a:rPr>
              <a:t> ich </a:t>
            </a:r>
            <a:r>
              <a:rPr sz="1000" dirty="0" err="1">
                <a:latin typeface="Arial"/>
                <a:ea typeface="Arial"/>
                <a:cs typeface="Arial"/>
              </a:rPr>
              <a:t>mit</a:t>
            </a:r>
            <a:r>
              <a:rPr sz="1000" dirty="0">
                <a:latin typeface="Arial"/>
                <a:ea typeface="Arial"/>
                <a:cs typeface="Arial"/>
              </a:rPr>
              <a:t> dem </a:t>
            </a:r>
            <a:r>
              <a:rPr sz="1000" dirty="0" err="1">
                <a:latin typeface="Arial"/>
                <a:ea typeface="Arial"/>
                <a:cs typeface="Arial"/>
              </a:rPr>
              <a:t>gehe</a:t>
            </a:r>
            <a:r>
              <a:rPr sz="1000" dirty="0">
                <a:latin typeface="Arial"/>
                <a:ea typeface="Arial"/>
                <a:cs typeface="Arial"/>
              </a:rPr>
              <a:t>, was </a:t>
            </a:r>
            <a:r>
              <a:rPr sz="1000" dirty="0" err="1">
                <a:latin typeface="Arial"/>
                <a:ea typeface="Arial"/>
                <a:cs typeface="Arial"/>
              </a:rPr>
              <a:t>noch</a:t>
            </a:r>
            <a:r>
              <a:rPr sz="1000" dirty="0">
                <a:latin typeface="Arial"/>
                <a:ea typeface="Arial"/>
                <a:cs typeface="Arial"/>
              </a:rPr>
              <a:t> </a:t>
            </a:r>
            <a:r>
              <a:rPr sz="1000" dirty="0" err="1">
                <a:latin typeface="Arial"/>
                <a:ea typeface="Arial"/>
                <a:cs typeface="Arial"/>
              </a:rPr>
              <a:t>übrig</a:t>
            </a:r>
            <a:r>
              <a:rPr sz="1000" dirty="0">
                <a:latin typeface="Arial"/>
                <a:ea typeface="Arial"/>
                <a:cs typeface="Arial"/>
              </a:rPr>
              <a:t> </a:t>
            </a:r>
            <a:r>
              <a:rPr sz="1000" dirty="0" err="1">
                <a:latin typeface="Arial"/>
                <a:ea typeface="Arial"/>
                <a:cs typeface="Arial"/>
              </a:rPr>
              <a:t>ist</a:t>
            </a:r>
            <a:r>
              <a:rPr sz="1000" dirty="0">
                <a:latin typeface="Arial"/>
                <a:ea typeface="Arial"/>
                <a:cs typeface="Arial"/>
              </a:rPr>
              <a:t>.
</a:t>
            </a:r>
            <a:r>
              <a:rPr sz="1000" dirty="0" err="1">
                <a:latin typeface="Arial"/>
                <a:ea typeface="Arial"/>
                <a:cs typeface="Arial"/>
              </a:rPr>
              <a:t>Akzeptanz</a:t>
            </a:r>
            <a:r>
              <a:rPr sz="1000" dirty="0">
                <a:latin typeface="Arial"/>
                <a:ea typeface="Arial"/>
                <a:cs typeface="Arial"/>
              </a:rPr>
              <a:t>: «</a:t>
            </a:r>
            <a:r>
              <a:rPr sz="1000" dirty="0" err="1">
                <a:latin typeface="Arial"/>
                <a:ea typeface="Arial"/>
                <a:cs typeface="Arial"/>
              </a:rPr>
              <a:t>Aufhören</a:t>
            </a:r>
            <a:r>
              <a:rPr sz="1000" dirty="0">
                <a:latin typeface="Arial"/>
                <a:ea typeface="Arial"/>
                <a:cs typeface="Arial"/>
              </a:rPr>
              <a:t>» </a:t>
            </a:r>
            <a:r>
              <a:rPr sz="1000" dirty="0" err="1">
                <a:latin typeface="Arial"/>
                <a:ea typeface="Arial"/>
                <a:cs typeface="Arial"/>
              </a:rPr>
              <a:t>beendet</a:t>
            </a:r>
            <a:r>
              <a:rPr sz="1000" dirty="0">
                <a:latin typeface="Arial"/>
                <a:ea typeface="Arial"/>
                <a:cs typeface="Arial"/>
              </a:rPr>
              <a:t> das </a:t>
            </a:r>
            <a:r>
              <a:rPr sz="1000" dirty="0" err="1">
                <a:latin typeface="Arial"/>
                <a:ea typeface="Arial"/>
                <a:cs typeface="Arial"/>
              </a:rPr>
              <a:t>Programm</a:t>
            </a:r>
            <a:r>
              <a:rPr sz="1000" dirty="0">
                <a:latin typeface="Arial"/>
                <a:ea typeface="Arial"/>
                <a:cs typeface="Arial"/>
              </a:rPr>
              <a:t> </a:t>
            </a:r>
            <a:r>
              <a:rPr sz="1000" dirty="0" err="1">
                <a:latin typeface="Arial"/>
                <a:ea typeface="Arial"/>
                <a:cs typeface="Arial"/>
              </a:rPr>
              <a:t>ohne</a:t>
            </a:r>
            <a:r>
              <a:rPr sz="1000" dirty="0">
                <a:latin typeface="Arial"/>
                <a:ea typeface="Arial"/>
                <a:cs typeface="Arial"/>
              </a:rPr>
              <a:t> </a:t>
            </a:r>
            <a:r>
              <a:rPr sz="1000" dirty="0" err="1">
                <a:latin typeface="Arial"/>
                <a:ea typeface="Arial"/>
                <a:cs typeface="Arial"/>
              </a:rPr>
              <a:t>Absturz</a:t>
            </a:r>
            <a:r>
              <a:rPr sz="1000" dirty="0">
                <a:latin typeface="Arial"/>
                <a:ea typeface="Arial"/>
                <a:cs typeface="Arial"/>
              </a:rPr>
              <a:t>; die Bilanz </a:t>
            </a:r>
            <a:r>
              <a:rPr sz="1000" dirty="0" err="1">
                <a:latin typeface="Arial"/>
                <a:ea typeface="Arial"/>
                <a:cs typeface="Arial"/>
              </a:rPr>
              <a:t>zeigt</a:t>
            </a:r>
            <a:r>
              <a:rPr sz="1000" dirty="0">
                <a:latin typeface="Arial"/>
                <a:ea typeface="Arial"/>
                <a:cs typeface="Arial"/>
              </a:rPr>
              <a:t> </a:t>
            </a:r>
            <a:r>
              <a:rPr sz="1000" dirty="0" err="1">
                <a:latin typeface="Arial"/>
                <a:ea typeface="Arial"/>
                <a:cs typeface="Arial"/>
              </a:rPr>
              <a:t>Einzahlung</a:t>
            </a:r>
            <a:r>
              <a:rPr sz="1000" dirty="0">
                <a:latin typeface="Arial"/>
                <a:ea typeface="Arial"/>
                <a:cs typeface="Arial"/>
              </a:rPr>
              <a:t>, </a:t>
            </a:r>
            <a:r>
              <a:rPr sz="1000" dirty="0" err="1">
                <a:latin typeface="Arial"/>
                <a:ea typeface="Arial"/>
                <a:cs typeface="Arial"/>
              </a:rPr>
              <a:t>Endstand</a:t>
            </a:r>
            <a:r>
              <a:rPr sz="1000" dirty="0">
                <a:latin typeface="Arial"/>
                <a:ea typeface="Arial"/>
                <a:cs typeface="Arial"/>
              </a:rPr>
              <a:t> und </a:t>
            </a:r>
            <a:r>
              <a:rPr sz="1000" dirty="0" err="1">
                <a:latin typeface="Arial"/>
                <a:ea typeface="Arial"/>
                <a:cs typeface="Arial"/>
              </a:rPr>
              <a:t>Differenz</a:t>
            </a:r>
            <a:r>
              <a:rPr sz="1000" dirty="0">
                <a:latin typeface="Arial"/>
                <a:ea typeface="Arial"/>
                <a:cs typeface="Arial"/>
              </a:rPr>
              <a:t>; </a:t>
            </a:r>
            <a:r>
              <a:rPr sz="1000" dirty="0" err="1">
                <a:latin typeface="Arial"/>
                <a:ea typeface="Arial"/>
                <a:cs typeface="Arial"/>
              </a:rPr>
              <a:t>während</a:t>
            </a:r>
            <a:r>
              <a:rPr sz="1000" dirty="0">
                <a:latin typeface="Arial"/>
                <a:ea typeface="Arial"/>
                <a:cs typeface="Arial"/>
              </a:rPr>
              <a:t> </a:t>
            </a:r>
            <a:r>
              <a:rPr sz="1000" dirty="0" err="1">
                <a:latin typeface="Arial"/>
                <a:ea typeface="Arial"/>
                <a:cs typeface="Arial"/>
              </a:rPr>
              <a:t>einer</a:t>
            </a:r>
            <a:r>
              <a:rPr sz="1000" dirty="0">
                <a:latin typeface="Arial"/>
                <a:ea typeface="Arial"/>
                <a:cs typeface="Arial"/>
              </a:rPr>
              <a:t> </a:t>
            </a:r>
            <a:r>
              <a:rPr sz="1000" dirty="0" err="1">
                <a:latin typeface="Arial"/>
                <a:ea typeface="Arial"/>
                <a:cs typeface="Arial"/>
              </a:rPr>
              <a:t>laufenden</a:t>
            </a:r>
            <a:r>
              <a:rPr sz="1000" dirty="0">
                <a:latin typeface="Arial"/>
                <a:ea typeface="Arial"/>
                <a:cs typeface="Arial"/>
              </a:rPr>
              <a:t> Runde nicht </a:t>
            </a:r>
            <a:r>
              <a:rPr sz="1000" dirty="0" err="1">
                <a:latin typeface="Arial"/>
                <a:ea typeface="Arial"/>
                <a:cs typeface="Arial"/>
              </a:rPr>
              <a:t>wählbar</a:t>
            </a:r>
            <a:r>
              <a:rPr sz="1000" dirty="0">
                <a:latin typeface="Arial"/>
                <a:ea typeface="Arial"/>
                <a:cs typeface="Arial"/>
              </a:rPr>
              <a:t>.</a:t>
            </a:r>
            <a:endParaRPr sz="1200" dirty="0">
              <a:latin typeface="Arial"/>
              <a:ea typeface="Arial"/>
              <a:cs typeface="Arial"/>
            </a:endParaRPr>
          </a:p>
        </p:txBody>
      </p:sp>
      <p:pic>
        <p:nvPicPr>
          <p:cNvPr id="3" name="Grafik 2">
            <a:extLst>
              <a:ext uri="{FF2B5EF4-FFF2-40B4-BE49-F238E27FC236}">
                <a16:creationId xmlns:a16="http://schemas.microsoft.com/office/drawing/2014/main" id="{E6A12AE8-2670-4A1C-DDFA-3AE083962133}"/>
              </a:ext>
            </a:extLst>
          </p:cNvPr>
          <p:cNvPicPr>
            <a:picLocks noChangeAspect="1"/>
          </p:cNvPicPr>
          <p:nvPr/>
        </p:nvPicPr>
        <p:blipFill>
          <a:blip r:embed="rId18"/>
          <a:stretch>
            <a:fillRect/>
          </a:stretch>
        </p:blipFill>
        <p:spPr>
          <a:xfrm>
            <a:off x="381629" y="13820"/>
            <a:ext cx="1549548" cy="1428970"/>
          </a:xfrm>
          <a:prstGeom prst="rect">
            <a:avLst/>
          </a:prstGeom>
        </p:spPr>
      </p:pic>
    </p:spTree>
    <p:extLst>
      <p:ext uri="{BB962C8B-B14F-4D97-AF65-F5344CB8AC3E}">
        <p14:creationId xmlns:p14="http://schemas.microsoft.com/office/powerpoint/2010/main" val="4018722917"/>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1054</Words>
  <Application>Microsoft Office PowerPoint</Application>
  <DocSecurity>0</DocSecurity>
  <PresentationFormat>A4-Papier (210 x 297 mm)</PresentationFormat>
  <Paragraphs>246</Paragraphs>
  <Slides>6</Slides>
  <Notes>1</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vt:i4>
      </vt:variant>
    </vt:vector>
  </HeadingPairs>
  <TitlesOfParts>
    <vt:vector size="10" baseType="lpstr">
      <vt:lpstr>Arial</vt:lpstr>
      <vt:lpstr>Calibri</vt:lpstr>
      <vt:lpstr>Calibri Light</vt:lpstr>
      <vt:lpstr>Office</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Dominic Noël Felder</cp:lastModifiedBy>
  <cp:revision>3</cp:revision>
  <dcterms:created xsi:type="dcterms:W3CDTF">2026-09-02T12:31:33Z</dcterms:created>
  <dcterms:modified xsi:type="dcterms:W3CDTF">2026-09-17T08:02:55Z</dcterms:modified>
</cp:coreProperties>
</file>