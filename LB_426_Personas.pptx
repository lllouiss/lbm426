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6858000" cy="9906000" type="A4"/>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FDF5FE-17E7-0124-1F18-581FE0883E4C}" name="Fabrice.Thut" initials="F" userId="S::Fabrice.Thut@bbbaden.ch::7797283b-deb2-4095-a23a-9534c889f14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1452"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24B0-3382-4953-AC73-8A8042C6E823}"/>
              </a:ext>
            </a:extLst>
          </p:cNvPr>
          <p:cNvSpPr>
            <a:spLocks noGrp="1"/>
          </p:cNvSpPr>
          <p:nvPr>
            <p:ph type="ctrTitle"/>
          </p:nvPr>
        </p:nvSpPr>
        <p:spPr>
          <a:xfrm>
            <a:off x="514350" y="1621191"/>
            <a:ext cx="5829300" cy="3448756"/>
          </a:xfrm>
        </p:spPr>
        <p:txBody>
          <a:bodyPr anchor="b"/>
          <a:lstStyle>
            <a:lvl1pPr algn="ctr">
              <a:buNone/>
              <a:defRPr sz="4500"/>
            </a:lvl1pPr>
          </a:lstStyle>
          <a:p>
            <a:r>
              <a:t>Mastertitelformat bearbeiten</a:t>
            </a:r>
          </a:p>
        </p:txBody>
      </p:sp>
      <p:sp>
        <p:nvSpPr>
          <p:cNvPr id="3" name="Subtitle 2">
            <a:extLst>
              <a:ext uri="{FF2B5EF4-FFF2-40B4-BE49-F238E27FC236}">
                <a16:creationId xmlns:a16="http://schemas.microsoft.com/office/drawing/2014/main" id="{C86025B7-1FA4-4221-B6F5-E51FB809DB7A}"/>
              </a:ext>
            </a:extLst>
          </p:cNvPr>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t>Master-Untertitelformat bearbeiten</a:t>
            </a:r>
          </a:p>
        </p:txBody>
      </p:sp>
      <p:sp>
        <p:nvSpPr>
          <p:cNvPr id="4" name="Date Placeholder 3">
            <a:extLst>
              <a:ext uri="{FF2B5EF4-FFF2-40B4-BE49-F238E27FC236}">
                <a16:creationId xmlns:a16="http://schemas.microsoft.com/office/drawing/2014/main" id="{56D03140-5B09-466D-8017-8194576381C4}"/>
              </a:ext>
            </a:extLst>
          </p:cNvPr>
          <p:cNvSpPr>
            <a:spLocks noGrp="1"/>
          </p:cNvSpPr>
          <p:nvPr>
            <p:ph type="dt" idx="10"/>
          </p:nvPr>
        </p:nvSpPr>
        <p:spPr/>
        <p:txBody>
          <a:body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CFCDA5D4-E0BE-40CE-BEE5-A19DF09B193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623F265-D100-4679-BDDC-D014C3E84DEB}"/>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2BF4A-1F8A-44F3-8AC4-5F6981A15FD8}"/>
              </a:ext>
            </a:extLst>
          </p:cNvPr>
          <p:cNvSpPr>
            <a:spLocks noGrp="1"/>
          </p:cNvSpPr>
          <p:nvPr>
            <p:ph type="title"/>
          </p:nvPr>
        </p:nvSpPr>
        <p:spPr/>
        <p:txBody>
          <a:bodyPr/>
          <a:lstStyle/>
          <a:p>
            <a:r>
              <a:t>Mastertitelformat bearbeiten</a:t>
            </a:r>
          </a:p>
        </p:txBody>
      </p:sp>
      <p:sp>
        <p:nvSpPr>
          <p:cNvPr id="3" name="Content Placeholder 2">
            <a:extLst>
              <a:ext uri="{FF2B5EF4-FFF2-40B4-BE49-F238E27FC236}">
                <a16:creationId xmlns:a16="http://schemas.microsoft.com/office/drawing/2014/main" id="{8CD63B9A-B044-49DA-A1FE-089C486C7249}"/>
              </a:ext>
            </a:extLst>
          </p:cNvPr>
          <p:cNvSpPr>
            <a:spLocks noGrp="1"/>
          </p:cNvSpPr>
          <p:nvPr>
            <p:ph idx="1"/>
          </p:nvPr>
        </p:nvSpPr>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63CF8C6D-11F5-49F1-BAC5-1E509E8F553A}"/>
              </a:ext>
            </a:extLst>
          </p:cNvPr>
          <p:cNvSpPr>
            <a:spLocks noGrp="1"/>
          </p:cNvSpPr>
          <p:nvPr>
            <p:ph type="dt" idx="10"/>
          </p:nvPr>
        </p:nvSpPr>
        <p:spPr/>
        <p:txBody>
          <a:body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27E98B25-7765-4E3D-A181-19EB92EFDE6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30A8DC9-F997-4E60-8217-3D8BC330D15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5BD39-4E81-4068-B6B5-BD1AC61FEB40}"/>
              </a:ext>
            </a:extLst>
          </p:cNvPr>
          <p:cNvSpPr>
            <a:spLocks noGrp="1"/>
          </p:cNvSpPr>
          <p:nvPr>
            <p:ph type="title"/>
          </p:nvPr>
        </p:nvSpPr>
        <p:spPr>
          <a:xfrm>
            <a:off x="467916" y="2469624"/>
            <a:ext cx="5915025" cy="4120620"/>
          </a:xfrm>
        </p:spPr>
        <p:txBody>
          <a:bodyPr anchor="b"/>
          <a:lstStyle>
            <a:lvl1pPr>
              <a:buNone/>
              <a:defRPr sz="4500"/>
            </a:lvl1pPr>
          </a:lstStyle>
          <a:p>
            <a:r>
              <a:t>Mastertitelformat bearbeiten</a:t>
            </a:r>
          </a:p>
        </p:txBody>
      </p:sp>
      <p:sp>
        <p:nvSpPr>
          <p:cNvPr id="3" name="Text Placeholder 2">
            <a:extLst>
              <a:ext uri="{FF2B5EF4-FFF2-40B4-BE49-F238E27FC236}">
                <a16:creationId xmlns:a16="http://schemas.microsoft.com/office/drawing/2014/main" id="{27AEA3A9-EC41-4AA1-A3BD-4F1BCF355C44}"/>
              </a:ext>
            </a:extLst>
          </p:cNvPr>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buNone/>
            </a:pPr>
            <a:r>
              <a:t>Mastertextformat bearbeiten</a:t>
            </a:r>
          </a:p>
        </p:txBody>
      </p:sp>
      <p:sp>
        <p:nvSpPr>
          <p:cNvPr id="4" name="Date Placeholder 3">
            <a:extLst>
              <a:ext uri="{FF2B5EF4-FFF2-40B4-BE49-F238E27FC236}">
                <a16:creationId xmlns:a16="http://schemas.microsoft.com/office/drawing/2014/main" id="{5DB871D8-A0E4-457D-A480-55F5F64DDB3B}"/>
              </a:ext>
            </a:extLst>
          </p:cNvPr>
          <p:cNvSpPr>
            <a:spLocks noGrp="1"/>
          </p:cNvSpPr>
          <p:nvPr>
            <p:ph type="dt" idx="10"/>
          </p:nvPr>
        </p:nvSpPr>
        <p:spPr/>
        <p:txBody>
          <a:body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F5EFC711-A396-41B3-87F3-368FA17EAF1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7BC6828-4224-4595-8141-F661671896BF}"/>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1DB3A-638C-48FC-BC51-B26F6E1E008C}"/>
              </a:ext>
            </a:extLst>
          </p:cNvPr>
          <p:cNvSpPr>
            <a:spLocks noGrp="1"/>
          </p:cNvSpPr>
          <p:nvPr>
            <p:ph type="title"/>
          </p:nvPr>
        </p:nvSpPr>
        <p:spPr/>
        <p:txBody>
          <a:bodyPr/>
          <a:lstStyle/>
          <a:p>
            <a:r>
              <a:t>Mastertitelformat bearbeiten</a:t>
            </a:r>
          </a:p>
        </p:txBody>
      </p:sp>
      <p:sp>
        <p:nvSpPr>
          <p:cNvPr id="3" name="Content Placeholder 2">
            <a:extLst>
              <a:ext uri="{FF2B5EF4-FFF2-40B4-BE49-F238E27FC236}">
                <a16:creationId xmlns:a16="http://schemas.microsoft.com/office/drawing/2014/main" id="{944A1C15-93BA-4E56-9843-089FB627CC4F}"/>
              </a:ext>
            </a:extLst>
          </p:cNvPr>
          <p:cNvSpPr>
            <a:spLocks noGrp="1"/>
          </p:cNvSpPr>
          <p:nvPr>
            <p:ph idx="1"/>
          </p:nvPr>
        </p:nvSpPr>
        <p:spPr>
          <a:xfrm>
            <a:off x="471488" y="2637014"/>
            <a:ext cx="2914650" cy="6285266"/>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Content Placeholder 3">
            <a:extLst>
              <a:ext uri="{FF2B5EF4-FFF2-40B4-BE49-F238E27FC236}">
                <a16:creationId xmlns:a16="http://schemas.microsoft.com/office/drawing/2014/main" id="{15A8A6A8-36DE-484B-900E-916FFEF52F3C}"/>
              </a:ext>
            </a:extLst>
          </p:cNvPr>
          <p:cNvSpPr>
            <a:spLocks noGrp="1"/>
          </p:cNvSpPr>
          <p:nvPr>
            <p:ph idx="2"/>
          </p:nvPr>
        </p:nvSpPr>
        <p:spPr>
          <a:xfrm>
            <a:off x="3471863" y="2637014"/>
            <a:ext cx="2914650" cy="6285266"/>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5" name="Date Placeholder 4">
            <a:extLst>
              <a:ext uri="{FF2B5EF4-FFF2-40B4-BE49-F238E27FC236}">
                <a16:creationId xmlns:a16="http://schemas.microsoft.com/office/drawing/2014/main" id="{411887A2-3C06-4249-9170-791233FC5FF2}"/>
              </a:ext>
            </a:extLst>
          </p:cNvPr>
          <p:cNvSpPr>
            <a:spLocks noGrp="1"/>
          </p:cNvSpPr>
          <p:nvPr>
            <p:ph type="dt" idx="10"/>
          </p:nvPr>
        </p:nvSpPr>
        <p:spPr/>
        <p:txBody>
          <a:bodyPr/>
          <a:lstStyle/>
          <a:p>
            <a:fld id="{DB8FDF6C-9B07-4782-AA2B-07EAA2872B3C}" type="datetimeFigureOut">
              <a:t>03.09.2026</a:t>
            </a:fld>
            <a:endParaRPr/>
          </a:p>
        </p:txBody>
      </p:sp>
      <p:sp>
        <p:nvSpPr>
          <p:cNvPr id="6" name="Footer Placeholder 5">
            <a:extLst>
              <a:ext uri="{FF2B5EF4-FFF2-40B4-BE49-F238E27FC236}">
                <a16:creationId xmlns:a16="http://schemas.microsoft.com/office/drawing/2014/main" id="{FBF221FF-DFDB-4924-B4D5-74E4EA5D5CE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9269C2D0-7814-4721-A553-08CBF28903A1}"/>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8DCA3-D61E-4CA7-90FF-8F1E772C7891}"/>
              </a:ext>
            </a:extLst>
          </p:cNvPr>
          <p:cNvSpPr>
            <a:spLocks noGrp="1"/>
          </p:cNvSpPr>
          <p:nvPr>
            <p:ph type="title"/>
          </p:nvPr>
        </p:nvSpPr>
        <p:spPr>
          <a:xfrm>
            <a:off x="472381" y="527405"/>
            <a:ext cx="5915025" cy="1914702"/>
          </a:xfrm>
        </p:spPr>
        <p:txBody>
          <a:bodyPr/>
          <a:lstStyle/>
          <a:p>
            <a:r>
              <a:t>Mastertitelformat bearbeiten</a:t>
            </a:r>
          </a:p>
        </p:txBody>
      </p:sp>
      <p:sp>
        <p:nvSpPr>
          <p:cNvPr id="3" name="Text Placeholder 2">
            <a:extLst>
              <a:ext uri="{FF2B5EF4-FFF2-40B4-BE49-F238E27FC236}">
                <a16:creationId xmlns:a16="http://schemas.microsoft.com/office/drawing/2014/main" id="{47472B90-E713-4DF8-BDB8-83ABE72EF994}"/>
              </a:ext>
            </a:extLst>
          </p:cNvPr>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Mastertextformat bearbeiten</a:t>
            </a:r>
          </a:p>
        </p:txBody>
      </p:sp>
      <p:sp>
        <p:nvSpPr>
          <p:cNvPr id="4" name="Content Placeholder 3">
            <a:extLst>
              <a:ext uri="{FF2B5EF4-FFF2-40B4-BE49-F238E27FC236}">
                <a16:creationId xmlns:a16="http://schemas.microsoft.com/office/drawing/2014/main" id="{C0FEA746-73F6-4F64-B4A7-F3FA22D29C92}"/>
              </a:ext>
            </a:extLst>
          </p:cNvPr>
          <p:cNvSpPr>
            <a:spLocks noGrp="1"/>
          </p:cNvSpPr>
          <p:nvPr>
            <p:ph idx="2"/>
          </p:nvPr>
        </p:nvSpPr>
        <p:spPr>
          <a:xfrm>
            <a:off x="472381" y="3618442"/>
            <a:ext cx="2901255" cy="5322183"/>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5" name="Text Placeholder 4">
            <a:extLst>
              <a:ext uri="{FF2B5EF4-FFF2-40B4-BE49-F238E27FC236}">
                <a16:creationId xmlns:a16="http://schemas.microsoft.com/office/drawing/2014/main" id="{57B5D630-6EF3-4FF9-9561-47F3A11259E2}"/>
              </a:ext>
            </a:extLst>
          </p:cNvPr>
          <p:cNvSpPr>
            <a:spLocks noGrp="1"/>
          </p:cNvSpPr>
          <p:nvPr>
            <p:ph type="body"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Mastertextformat bearbeiten</a:t>
            </a:r>
          </a:p>
        </p:txBody>
      </p:sp>
      <p:sp>
        <p:nvSpPr>
          <p:cNvPr id="6" name="Content Placeholder 5">
            <a:extLst>
              <a:ext uri="{FF2B5EF4-FFF2-40B4-BE49-F238E27FC236}">
                <a16:creationId xmlns:a16="http://schemas.microsoft.com/office/drawing/2014/main" id="{C710A4C5-EF0B-49EA-A276-EB0E379BB0C5}"/>
              </a:ext>
            </a:extLst>
          </p:cNvPr>
          <p:cNvSpPr>
            <a:spLocks noGrp="1"/>
          </p:cNvSpPr>
          <p:nvPr>
            <p:ph idx="4"/>
          </p:nvPr>
        </p:nvSpPr>
        <p:spPr>
          <a:xfrm>
            <a:off x="3471863" y="3618442"/>
            <a:ext cx="2915543" cy="5322183"/>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7" name="Date Placeholder 6">
            <a:extLst>
              <a:ext uri="{FF2B5EF4-FFF2-40B4-BE49-F238E27FC236}">
                <a16:creationId xmlns:a16="http://schemas.microsoft.com/office/drawing/2014/main" id="{9E5CEEB4-C7F8-477C-AEA6-0DBDDAA09826}"/>
              </a:ext>
            </a:extLst>
          </p:cNvPr>
          <p:cNvSpPr>
            <a:spLocks noGrp="1"/>
          </p:cNvSpPr>
          <p:nvPr>
            <p:ph type="dt" idx="10"/>
          </p:nvPr>
        </p:nvSpPr>
        <p:spPr/>
        <p:txBody>
          <a:bodyPr/>
          <a:lstStyle/>
          <a:p>
            <a:fld id="{DB8FDF6C-9B07-4782-AA2B-07EAA2872B3C}" type="datetimeFigureOut">
              <a:t>03.09.2026</a:t>
            </a:fld>
            <a:endParaRPr/>
          </a:p>
        </p:txBody>
      </p:sp>
      <p:sp>
        <p:nvSpPr>
          <p:cNvPr id="8" name="Footer Placeholder 7">
            <a:extLst>
              <a:ext uri="{FF2B5EF4-FFF2-40B4-BE49-F238E27FC236}">
                <a16:creationId xmlns:a16="http://schemas.microsoft.com/office/drawing/2014/main" id="{99370C7A-4003-4DC6-B2D2-9708410980E7}"/>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89E2412-42E2-48A5-B4C6-6786EFE955D9}"/>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959F7-8D57-4449-A754-45883683FFAE}"/>
              </a:ext>
            </a:extLst>
          </p:cNvPr>
          <p:cNvSpPr>
            <a:spLocks noGrp="1"/>
          </p:cNvSpPr>
          <p:nvPr>
            <p:ph type="title"/>
          </p:nvPr>
        </p:nvSpPr>
        <p:spPr/>
        <p:txBody>
          <a:bodyPr/>
          <a:lstStyle/>
          <a:p>
            <a:r>
              <a:t>Mastertitelformat bearbeiten</a:t>
            </a:r>
          </a:p>
        </p:txBody>
      </p:sp>
      <p:sp>
        <p:nvSpPr>
          <p:cNvPr id="3" name="Date Placeholder 2">
            <a:extLst>
              <a:ext uri="{FF2B5EF4-FFF2-40B4-BE49-F238E27FC236}">
                <a16:creationId xmlns:a16="http://schemas.microsoft.com/office/drawing/2014/main" id="{069EB8CD-8EF6-4B49-B447-FE9DFD4EE0DB}"/>
              </a:ext>
            </a:extLst>
          </p:cNvPr>
          <p:cNvSpPr>
            <a:spLocks noGrp="1"/>
          </p:cNvSpPr>
          <p:nvPr>
            <p:ph type="dt" idx="10"/>
          </p:nvPr>
        </p:nvSpPr>
        <p:spPr/>
        <p:txBody>
          <a:bodyPr/>
          <a:lstStyle/>
          <a:p>
            <a:fld id="{DB8FDF6C-9B07-4782-AA2B-07EAA2872B3C}" type="datetimeFigureOut">
              <a:t>03.09.2026</a:t>
            </a:fld>
            <a:endParaRPr/>
          </a:p>
        </p:txBody>
      </p:sp>
      <p:sp>
        <p:nvSpPr>
          <p:cNvPr id="4" name="Footer Placeholder 3">
            <a:extLst>
              <a:ext uri="{FF2B5EF4-FFF2-40B4-BE49-F238E27FC236}">
                <a16:creationId xmlns:a16="http://schemas.microsoft.com/office/drawing/2014/main" id="{2E93CFCA-FA16-4465-995F-0630572E86B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70D75261-2943-4CF8-A9DE-5230E87EFB4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DDF51C-472E-4F01-86F4-BE64FCDBEE0F}"/>
              </a:ext>
            </a:extLst>
          </p:cNvPr>
          <p:cNvSpPr>
            <a:spLocks noGrp="1"/>
          </p:cNvSpPr>
          <p:nvPr>
            <p:ph type="dt" idx="10"/>
          </p:nvPr>
        </p:nvSpPr>
        <p:spPr/>
        <p:txBody>
          <a:bodyPr/>
          <a:lstStyle/>
          <a:p>
            <a:fld id="{DB8FDF6C-9B07-4782-AA2B-07EAA2872B3C}" type="datetimeFigureOut">
              <a:t>03.09.2026</a:t>
            </a:fld>
            <a:endParaRPr/>
          </a:p>
        </p:txBody>
      </p:sp>
      <p:sp>
        <p:nvSpPr>
          <p:cNvPr id="3" name="Footer Placeholder 2">
            <a:extLst>
              <a:ext uri="{FF2B5EF4-FFF2-40B4-BE49-F238E27FC236}">
                <a16:creationId xmlns:a16="http://schemas.microsoft.com/office/drawing/2014/main" id="{B95BC696-0B99-4332-9470-83F226BEBE3D}"/>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3272B8B8-5FD6-4FB2-991C-06D0319B8D59}"/>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D2C82-025A-441B-9DD6-FF9753C29F20}"/>
              </a:ext>
            </a:extLst>
          </p:cNvPr>
          <p:cNvSpPr>
            <a:spLocks noGrp="1"/>
          </p:cNvSpPr>
          <p:nvPr>
            <p:ph type="title"/>
          </p:nvPr>
        </p:nvSpPr>
        <p:spPr>
          <a:xfrm>
            <a:off x="472381" y="660400"/>
            <a:ext cx="2211884" cy="2311400"/>
          </a:xfrm>
        </p:spPr>
        <p:txBody>
          <a:bodyPr anchor="b"/>
          <a:lstStyle>
            <a:lvl1pPr>
              <a:buNone/>
              <a:defRPr sz="2400"/>
            </a:lvl1pPr>
          </a:lstStyle>
          <a:p>
            <a:r>
              <a:t>Mastertitelformat bearbeiten</a:t>
            </a:r>
          </a:p>
        </p:txBody>
      </p:sp>
      <p:sp>
        <p:nvSpPr>
          <p:cNvPr id="3" name="Content Placeholder 2">
            <a:extLst>
              <a:ext uri="{FF2B5EF4-FFF2-40B4-BE49-F238E27FC236}">
                <a16:creationId xmlns:a16="http://schemas.microsoft.com/office/drawing/2014/main" id="{B0A8AD55-3BD9-427C-9A2A-94AB507299A0}"/>
              </a:ext>
            </a:extLst>
          </p:cNvPr>
          <p:cNvSpPr>
            <a:spLocks noGrp="1"/>
          </p:cNvSpPr>
          <p:nvPr>
            <p:ph idx="1"/>
          </p:nvPr>
        </p:nvSpPr>
        <p:spPr>
          <a:xfrm>
            <a:off x="2915543" y="1426283"/>
            <a:ext cx="3471863" cy="7039681"/>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Text Placeholder 3">
            <a:extLst>
              <a:ext uri="{FF2B5EF4-FFF2-40B4-BE49-F238E27FC236}">
                <a16:creationId xmlns:a16="http://schemas.microsoft.com/office/drawing/2014/main" id="{CA5CDC20-E2C3-4246-9B07-B30AC32DFBEB}"/>
              </a:ext>
            </a:extLst>
          </p:cNvPr>
          <p:cNvSpPr>
            <a:spLocks noGrp="1"/>
          </p:cNvSpPr>
          <p:nvPr>
            <p:ph type="body"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Mastertextformat bearbeiten</a:t>
            </a:r>
          </a:p>
        </p:txBody>
      </p:sp>
      <p:sp>
        <p:nvSpPr>
          <p:cNvPr id="5" name="Date Placeholder 4">
            <a:extLst>
              <a:ext uri="{FF2B5EF4-FFF2-40B4-BE49-F238E27FC236}">
                <a16:creationId xmlns:a16="http://schemas.microsoft.com/office/drawing/2014/main" id="{98907C2A-290D-44A4-9D6F-9C8E54CED87E}"/>
              </a:ext>
            </a:extLst>
          </p:cNvPr>
          <p:cNvSpPr>
            <a:spLocks noGrp="1"/>
          </p:cNvSpPr>
          <p:nvPr>
            <p:ph type="dt" idx="10"/>
          </p:nvPr>
        </p:nvSpPr>
        <p:spPr/>
        <p:txBody>
          <a:bodyPr/>
          <a:lstStyle/>
          <a:p>
            <a:fld id="{DB8FDF6C-9B07-4782-AA2B-07EAA2872B3C}" type="datetimeFigureOut">
              <a:t>03.09.2026</a:t>
            </a:fld>
            <a:endParaRPr/>
          </a:p>
        </p:txBody>
      </p:sp>
      <p:sp>
        <p:nvSpPr>
          <p:cNvPr id="6" name="Footer Placeholder 5">
            <a:extLst>
              <a:ext uri="{FF2B5EF4-FFF2-40B4-BE49-F238E27FC236}">
                <a16:creationId xmlns:a16="http://schemas.microsoft.com/office/drawing/2014/main" id="{A8E43490-65D0-4162-8B8C-522F4B7BCA7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021FC15-19F4-4760-B6DD-5050D2CEBDDA}"/>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EE20-A892-4A84-9AC2-935E538AD866}"/>
              </a:ext>
            </a:extLst>
          </p:cNvPr>
          <p:cNvSpPr>
            <a:spLocks noGrp="1"/>
          </p:cNvSpPr>
          <p:nvPr>
            <p:ph type="title"/>
          </p:nvPr>
        </p:nvSpPr>
        <p:spPr>
          <a:xfrm>
            <a:off x="472381" y="660400"/>
            <a:ext cx="2211884" cy="2311400"/>
          </a:xfrm>
        </p:spPr>
        <p:txBody>
          <a:bodyPr anchor="b"/>
          <a:lstStyle>
            <a:lvl1pPr>
              <a:buNone/>
              <a:defRPr sz="2400"/>
            </a:lvl1pPr>
          </a:lstStyle>
          <a:p>
            <a:r>
              <a:t>Mastertitelformat bearbeiten</a:t>
            </a:r>
          </a:p>
        </p:txBody>
      </p:sp>
      <p:sp>
        <p:nvSpPr>
          <p:cNvPr id="3" name="Picture Placeholder 2">
            <a:extLst>
              <a:ext uri="{FF2B5EF4-FFF2-40B4-BE49-F238E27FC236}">
                <a16:creationId xmlns:a16="http://schemas.microsoft.com/office/drawing/2014/main" id="{42ADE3E5-B09D-4A5A-8CA4-FB28522126AA}"/>
              </a:ext>
            </a:extLst>
          </p:cNvPr>
          <p:cNvSpPr>
            <a:spLocks noGrp="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t>Bild durch Klicken auf Symbol hinzufügen</a:t>
            </a:r>
          </a:p>
        </p:txBody>
      </p:sp>
      <p:sp>
        <p:nvSpPr>
          <p:cNvPr id="4" name="Text Placeholder 3">
            <a:extLst>
              <a:ext uri="{FF2B5EF4-FFF2-40B4-BE49-F238E27FC236}">
                <a16:creationId xmlns:a16="http://schemas.microsoft.com/office/drawing/2014/main" id="{E3B6D28F-1797-408D-BDFD-FD358DC8885C}"/>
              </a:ext>
            </a:extLst>
          </p:cNvPr>
          <p:cNvSpPr>
            <a:spLocks noGrp="1"/>
          </p:cNvSpPr>
          <p:nvPr>
            <p:ph type="body"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Mastertextformat bearbeiten</a:t>
            </a:r>
          </a:p>
        </p:txBody>
      </p:sp>
      <p:sp>
        <p:nvSpPr>
          <p:cNvPr id="5" name="Date Placeholder 4">
            <a:extLst>
              <a:ext uri="{FF2B5EF4-FFF2-40B4-BE49-F238E27FC236}">
                <a16:creationId xmlns:a16="http://schemas.microsoft.com/office/drawing/2014/main" id="{8D3BDE41-06BD-49B7-AF9B-A514109E12E0}"/>
              </a:ext>
            </a:extLst>
          </p:cNvPr>
          <p:cNvSpPr>
            <a:spLocks noGrp="1"/>
          </p:cNvSpPr>
          <p:nvPr>
            <p:ph type="dt" idx="10"/>
          </p:nvPr>
        </p:nvSpPr>
        <p:spPr/>
        <p:txBody>
          <a:bodyPr/>
          <a:lstStyle/>
          <a:p>
            <a:fld id="{DB8FDF6C-9B07-4782-AA2B-07EAA2872B3C}" type="datetimeFigureOut">
              <a:t>03.09.2026</a:t>
            </a:fld>
            <a:endParaRPr/>
          </a:p>
        </p:txBody>
      </p:sp>
      <p:sp>
        <p:nvSpPr>
          <p:cNvPr id="6" name="Footer Placeholder 5">
            <a:extLst>
              <a:ext uri="{FF2B5EF4-FFF2-40B4-BE49-F238E27FC236}">
                <a16:creationId xmlns:a16="http://schemas.microsoft.com/office/drawing/2014/main" id="{0994DEFC-9C79-4E1A-8AA7-6A4C44E3397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DA57DE4-2176-48A3-AE21-BD3AC5128565}"/>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27D26-83DC-47A4-AADD-1FFCAC3A4D53}"/>
              </a:ext>
            </a:extLst>
          </p:cNvPr>
          <p:cNvSpPr>
            <a:spLocks noGrp="1"/>
          </p:cNvSpPr>
          <p:nvPr>
            <p:ph type="title"/>
          </p:nvPr>
        </p:nvSpPr>
        <p:spPr/>
        <p:txBody>
          <a:bodyPr/>
          <a:lstStyle/>
          <a:p>
            <a:r>
              <a:t>Mastertitelformat bearbeiten</a:t>
            </a:r>
          </a:p>
        </p:txBody>
      </p:sp>
      <p:sp>
        <p:nvSpPr>
          <p:cNvPr id="3" name="Vertical Text Placeholder 2">
            <a:extLst>
              <a:ext uri="{FF2B5EF4-FFF2-40B4-BE49-F238E27FC236}">
                <a16:creationId xmlns:a16="http://schemas.microsoft.com/office/drawing/2014/main" id="{CD87D0BF-7C5D-40B9-8480-D845D02E682B}"/>
              </a:ext>
            </a:extLst>
          </p:cNvPr>
          <p:cNvSpPr>
            <a:spLocks noGrp="1"/>
          </p:cNvSpPr>
          <p:nvPr>
            <p:ph type="body" idx="1"/>
          </p:nvPr>
        </p:nvSpPr>
        <p:spPr/>
        <p:txBody>
          <a:bodyPr vert="eaVert"/>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023669E9-9CD2-43EF-A98E-C1711AB9C026}"/>
              </a:ext>
            </a:extLst>
          </p:cNvPr>
          <p:cNvSpPr>
            <a:spLocks noGrp="1"/>
          </p:cNvSpPr>
          <p:nvPr>
            <p:ph type="dt" idx="10"/>
          </p:nvPr>
        </p:nvSpPr>
        <p:spPr/>
        <p:txBody>
          <a:body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2A5A0DB1-D2CE-4A34-95FE-DF53562B7C0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16F11A1-5137-43AD-9E8D-F2016CD293FC}"/>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34920C-CD44-4172-AA35-D9AC0B74AA7C}"/>
              </a:ext>
            </a:extLst>
          </p:cNvPr>
          <p:cNvSpPr>
            <a:spLocks noGrp="1"/>
          </p:cNvSpPr>
          <p:nvPr>
            <p:ph type="title"/>
          </p:nvPr>
        </p:nvSpPr>
        <p:spPr>
          <a:xfrm>
            <a:off x="4907757" y="527403"/>
            <a:ext cx="1478756" cy="8394877"/>
          </a:xfrm>
        </p:spPr>
        <p:txBody>
          <a:bodyPr vert="eaVert"/>
          <a:lstStyle/>
          <a:p>
            <a:r>
              <a:t>Mastertitelformat bearbeiten</a:t>
            </a:r>
          </a:p>
        </p:txBody>
      </p:sp>
      <p:sp>
        <p:nvSpPr>
          <p:cNvPr id="3" name="Vertical Text Placeholder 2">
            <a:extLst>
              <a:ext uri="{FF2B5EF4-FFF2-40B4-BE49-F238E27FC236}">
                <a16:creationId xmlns:a16="http://schemas.microsoft.com/office/drawing/2014/main" id="{668BA217-5A6D-4470-B962-1E7347C33E45}"/>
              </a:ext>
            </a:extLst>
          </p:cNvPr>
          <p:cNvSpPr>
            <a:spLocks noGrp="1"/>
          </p:cNvSpPr>
          <p:nvPr>
            <p:ph type="body" idx="1"/>
          </p:nvPr>
        </p:nvSpPr>
        <p:spPr>
          <a:xfrm>
            <a:off x="471488" y="527403"/>
            <a:ext cx="4350544" cy="8394877"/>
          </a:xfrm>
        </p:spPr>
        <p:txBody>
          <a:bodyPr vert="eaVert"/>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C6095B36-8338-430D-90A2-D9B16164B8F1}"/>
              </a:ext>
            </a:extLst>
          </p:cNvPr>
          <p:cNvSpPr>
            <a:spLocks noGrp="1"/>
          </p:cNvSpPr>
          <p:nvPr>
            <p:ph type="dt" idx="10"/>
          </p:nvPr>
        </p:nvSpPr>
        <p:spPr/>
        <p:txBody>
          <a:body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91FFD38C-01AF-42CE-89CE-0BD91A301E5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6C4C8D2-A08C-4426-B677-DA929A76C6D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2C5078-BC87-4FDE-B839-79AC3478359D}"/>
              </a:ext>
            </a:extLst>
          </p:cNvPr>
          <p:cNvSpPr>
            <a:spLocks noGrp="1"/>
          </p:cNvSpPr>
          <p:nvPr>
            <p:ph type="title"/>
          </p:nvPr>
        </p:nvSpPr>
        <p:spPr>
          <a:xfrm>
            <a:off x="471488" y="527405"/>
            <a:ext cx="5915025" cy="1914702"/>
          </a:xfrm>
          <a:prstGeom prst="rect">
            <a:avLst/>
          </a:prstGeom>
        </p:spPr>
        <p:txBody>
          <a:bodyPr vert="horz" lIns="91440" tIns="45720" rIns="91440" bIns="45720" anchor="ctr">
            <a:normAutofit/>
          </a:bodyPr>
          <a:lstStyle/>
          <a:p>
            <a:r>
              <a:t>Mastertitelformat bearbeiten</a:t>
            </a:r>
          </a:p>
        </p:txBody>
      </p:sp>
      <p:sp>
        <p:nvSpPr>
          <p:cNvPr id="3" name="Text Placeholder 2">
            <a:extLst>
              <a:ext uri="{FF2B5EF4-FFF2-40B4-BE49-F238E27FC236}">
                <a16:creationId xmlns:a16="http://schemas.microsoft.com/office/drawing/2014/main" id="{6F114942-995D-40D0-865D-3CAD4FFD3E7D}"/>
              </a:ext>
            </a:extLst>
          </p:cNvPr>
          <p:cNvSpPr>
            <a:spLocks noGrp="1"/>
          </p:cNvSpPr>
          <p:nvPr>
            <p:ph type="body" idx="1"/>
          </p:nvPr>
        </p:nvSpPr>
        <p:spPr>
          <a:xfrm>
            <a:off x="471488" y="2637014"/>
            <a:ext cx="5915025" cy="6285266"/>
          </a:xfrm>
          <a:prstGeom prst="rect">
            <a:avLst/>
          </a:prstGeom>
        </p:spPr>
        <p:txBody>
          <a:bodyPr vert="horz" lIns="91440" tIns="45720" rIns="91440" bIns="45720">
            <a:normAutofit/>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FAF799A0-893F-4B8E-87DC-79AC064A175B}"/>
              </a:ext>
            </a:extLst>
          </p:cNvPr>
          <p:cNvSpPr>
            <a:spLocks noGrp="1"/>
          </p:cNvSpPr>
          <p:nvPr>
            <p:ph type="dt" idx="2"/>
          </p:nvPr>
        </p:nvSpPr>
        <p:spPr>
          <a:xfrm>
            <a:off x="471488" y="9181397"/>
            <a:ext cx="1543050" cy="527403"/>
          </a:xfrm>
          <a:prstGeom prst="rect">
            <a:avLst/>
          </a:prstGeom>
        </p:spPr>
        <p:txBody>
          <a:bodyPr vert="horz" lIns="91440" tIns="45720" rIns="91440" bIns="45720" anchor="ctr"/>
          <a:lstStyle>
            <a:lvl1pPr algn="l">
              <a:buNone/>
              <a:defRPr sz="900">
                <a:solidFill>
                  <a:schemeClr val="tx1">
                    <a:tint val="75000"/>
                  </a:schemeClr>
                </a:solidFill>
              </a:defRPr>
            </a:lvl1pPr>
          </a:lstStyle>
          <a:p>
            <a:fld id="{DB8FDF6C-9B07-4782-AA2B-07EAA2872B3C}" type="datetimeFigureOut">
              <a:t>03.09.2026</a:t>
            </a:fld>
            <a:endParaRPr/>
          </a:p>
        </p:txBody>
      </p:sp>
      <p:sp>
        <p:nvSpPr>
          <p:cNvPr id="5" name="Footer Placeholder 4">
            <a:extLst>
              <a:ext uri="{FF2B5EF4-FFF2-40B4-BE49-F238E27FC236}">
                <a16:creationId xmlns:a16="http://schemas.microsoft.com/office/drawing/2014/main" id="{B2491230-9281-4384-95C8-7BB5E9A67B5F}"/>
              </a:ext>
            </a:extLst>
          </p:cNvPr>
          <p:cNvSpPr>
            <a:spLocks noGrp="1"/>
          </p:cNvSpPr>
          <p:nvPr>
            <p:ph type="ftr" idx="3"/>
          </p:nvPr>
        </p:nvSpPr>
        <p:spPr>
          <a:xfrm>
            <a:off x="2271713" y="9181397"/>
            <a:ext cx="2314575" cy="527403"/>
          </a:xfrm>
          <a:prstGeom prst="rect">
            <a:avLst/>
          </a:prstGeom>
        </p:spPr>
        <p:txBody>
          <a:bodyPr vert="horz" lIns="91440" tIns="45720" rIns="91440" bIns="45720" anchor="ctr"/>
          <a:lstStyle>
            <a:lvl1pPr algn="ctr">
              <a:buNone/>
              <a:defRPr sz="9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5643670A-7229-409A-8B8A-2FE1FC159F23}"/>
              </a:ext>
            </a:extLst>
          </p:cNvPr>
          <p:cNvSpPr>
            <a:spLocks noGrp="1"/>
          </p:cNvSpPr>
          <p:nvPr>
            <p:ph type="sldNum" idx="4"/>
          </p:nvPr>
        </p:nvSpPr>
        <p:spPr>
          <a:xfrm>
            <a:off x="4843463" y="9181397"/>
            <a:ext cx="1543050" cy="527403"/>
          </a:xfrm>
          <a:prstGeom prst="rect">
            <a:avLst/>
          </a:prstGeom>
        </p:spPr>
        <p:txBody>
          <a:bodyPr vert="horz" lIns="91440" tIns="45720" rIns="91440" bIns="45720" anchor="ctr"/>
          <a:lstStyle>
            <a:lvl1pPr algn="r">
              <a:buNone/>
              <a:defRPr sz="900">
                <a:solidFill>
                  <a:schemeClr val="tx1">
                    <a:tint val="75000"/>
                  </a:schemeClr>
                </a:solidFill>
              </a:defRPr>
            </a:lvl1pPr>
          </a:lstStyle>
          <a:p>
            <a:fld id="{9A5175ED-A264-4BA1-93AD-224520E57639}" type="slidenum">
              <a:t>‹Nr.›</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a:lnSpc>
          <a:spcPct val="90000"/>
        </a:lnSpc>
        <a:spcBef>
          <a:spcPct val="0"/>
        </a:spcBef>
        <a:buNone/>
        <a:defRPr sz="3300" kern="1200">
          <a:solidFill>
            <a:schemeClr val="tx1"/>
          </a:solidFill>
          <a:latin typeface="+mj-lt"/>
          <a:ea typeface="+mj-lt"/>
          <a:cs typeface="+mj-lt"/>
        </a:defRPr>
      </a:lvl1pPr>
    </p:titleStyle>
    <p:bodyStyle>
      <a:lvl1pPr marL="171450" indent="-171450" algn="l" defTabSz="685800">
        <a:lnSpc>
          <a:spcPct val="90000"/>
        </a:lnSpc>
        <a:spcBef>
          <a:spcPts val="750"/>
        </a:spcBef>
        <a:buFont typeface="Arial"/>
        <a:buChar char="•"/>
        <a:defRPr sz="2100" kern="1200">
          <a:solidFill>
            <a:schemeClr val="tx1"/>
          </a:solidFill>
          <a:latin typeface="+mn-lt"/>
          <a:ea typeface="+mn-lt"/>
          <a:cs typeface="+mn-lt"/>
        </a:defRPr>
      </a:lvl1pPr>
      <a:lvl2pPr marL="514350" indent="-171450" algn="l" defTabSz="685800">
        <a:lnSpc>
          <a:spcPct val="90000"/>
        </a:lnSpc>
        <a:spcBef>
          <a:spcPts val="375"/>
        </a:spcBef>
        <a:buFont typeface="Arial"/>
        <a:buChar char="•"/>
        <a:defRPr sz="1800" kern="1200">
          <a:solidFill>
            <a:schemeClr val="tx1"/>
          </a:solidFill>
          <a:latin typeface="+mn-lt"/>
          <a:ea typeface="+mn-lt"/>
          <a:cs typeface="+mn-lt"/>
        </a:defRPr>
      </a:lvl2pPr>
      <a:lvl3pPr marL="857250" indent="-171450" algn="l" defTabSz="685800">
        <a:lnSpc>
          <a:spcPct val="90000"/>
        </a:lnSpc>
        <a:spcBef>
          <a:spcPts val="375"/>
        </a:spcBef>
        <a:buFont typeface="Arial"/>
        <a:buChar char="•"/>
        <a:defRPr sz="1500" kern="1200">
          <a:solidFill>
            <a:schemeClr val="tx1"/>
          </a:solidFill>
          <a:latin typeface="+mn-lt"/>
          <a:ea typeface="+mn-lt"/>
          <a:cs typeface="+mn-lt"/>
        </a:defRPr>
      </a:lvl3pPr>
      <a:lvl4pPr marL="1200150" indent="-171450" algn="l" defTabSz="685800">
        <a:lnSpc>
          <a:spcPct val="90000"/>
        </a:lnSpc>
        <a:spcBef>
          <a:spcPts val="375"/>
        </a:spcBef>
        <a:buFont typeface="Arial"/>
        <a:buChar char="•"/>
        <a:defRPr sz="1350" kern="1200">
          <a:solidFill>
            <a:schemeClr val="tx1"/>
          </a:solidFill>
          <a:latin typeface="+mn-lt"/>
          <a:ea typeface="+mn-lt"/>
          <a:cs typeface="+mn-lt"/>
        </a:defRPr>
      </a:lvl4pPr>
      <a:lvl5pPr marL="1543050" indent="-171450" algn="l" defTabSz="685800">
        <a:lnSpc>
          <a:spcPct val="90000"/>
        </a:lnSpc>
        <a:spcBef>
          <a:spcPts val="375"/>
        </a:spcBef>
        <a:buFont typeface="Arial"/>
        <a:buChar char="•"/>
        <a:defRPr sz="1350" kern="1200">
          <a:solidFill>
            <a:schemeClr val="tx1"/>
          </a:solidFill>
          <a:latin typeface="+mn-lt"/>
          <a:ea typeface="+mn-lt"/>
          <a:cs typeface="+mn-lt"/>
        </a:defRPr>
      </a:lvl5pPr>
      <a:lvl6pPr marL="1885950" indent="-171450" algn="l" defTabSz="685800">
        <a:lnSpc>
          <a:spcPct val="90000"/>
        </a:lnSpc>
        <a:spcBef>
          <a:spcPts val="375"/>
        </a:spcBef>
        <a:buFont typeface="Arial"/>
        <a:buChar char="•"/>
        <a:defRPr sz="1350" kern="1200">
          <a:solidFill>
            <a:schemeClr val="tx1"/>
          </a:solidFill>
          <a:latin typeface="+mn-lt"/>
          <a:ea typeface="+mn-lt"/>
          <a:cs typeface="+mn-lt"/>
        </a:defRPr>
      </a:lvl6pPr>
      <a:lvl7pPr marL="2228850" indent="-171450" algn="l" defTabSz="685800">
        <a:lnSpc>
          <a:spcPct val="90000"/>
        </a:lnSpc>
        <a:spcBef>
          <a:spcPts val="375"/>
        </a:spcBef>
        <a:buFont typeface="Arial"/>
        <a:buChar char="•"/>
        <a:defRPr sz="1350" kern="1200">
          <a:solidFill>
            <a:schemeClr val="tx1"/>
          </a:solidFill>
          <a:latin typeface="+mn-lt"/>
          <a:ea typeface="+mn-lt"/>
          <a:cs typeface="+mn-lt"/>
        </a:defRPr>
      </a:lvl7pPr>
      <a:lvl8pPr marL="2571750" indent="-171450" algn="l" defTabSz="685800">
        <a:lnSpc>
          <a:spcPct val="90000"/>
        </a:lnSpc>
        <a:spcBef>
          <a:spcPts val="375"/>
        </a:spcBef>
        <a:buFont typeface="Arial"/>
        <a:buChar char="•"/>
        <a:defRPr sz="1350" kern="1200">
          <a:solidFill>
            <a:schemeClr val="tx1"/>
          </a:solidFill>
          <a:latin typeface="+mn-lt"/>
          <a:ea typeface="+mn-lt"/>
          <a:cs typeface="+mn-lt"/>
        </a:defRPr>
      </a:lvl8pPr>
      <a:lvl9pPr marL="2914650" indent="-171450" algn="l" defTabSz="685800">
        <a:lnSpc>
          <a:spcPct val="90000"/>
        </a:lnSpc>
        <a:spcBef>
          <a:spcPts val="375"/>
        </a:spcBef>
        <a:buFont typeface="Arial"/>
        <a:buChar char="•"/>
        <a:defRPr sz="135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sv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8.png"/><Relationship Id="rId2" Type="http://schemas.openxmlformats.org/officeDocument/2006/relationships/image" Target="../media/image1.svg"/><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9.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0.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1.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2.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5"/>
          <a:stretch>
            <a:fillRect/>
          </a:stretch>
        </p:blipFill>
        <p:spPr>
          <a:xfrm>
            <a:off x="696445" y="2643818"/>
            <a:ext cx="336384" cy="336384"/>
          </a:xfrm>
          <a:prstGeom prst="rect">
            <a:avLst/>
          </a:prstGeom>
        </p:spPr>
      </p:pic>
      <p:pic>
        <p:nvPicPr>
          <p:cNvPr id="202" name="Grafik 16"/>
          <p:cNvPicPr>
            <a:picLocks noChangeAspect="1"/>
          </p:cNvPicPr>
          <p:nvPr/>
        </p:nvPicPr>
        <p:blipFill>
          <a:blip r:embed="rId6"/>
          <a:stretch>
            <a:fillRect/>
          </a:stretch>
        </p:blipFill>
        <p:spPr>
          <a:xfrm>
            <a:off x="214066" y="8627364"/>
            <a:ext cx="265742" cy="265742"/>
          </a:xfrm>
          <a:prstGeom prst="rect">
            <a:avLst/>
          </a:prstGeom>
        </p:spPr>
      </p:pic>
      <p:pic>
        <p:nvPicPr>
          <p:cNvPr id="203" name="Grafik 18"/>
          <p:cNvPicPr>
            <a:picLocks noChangeAspect="1"/>
          </p:cNvPicPr>
          <p:nvPr/>
        </p:nvPicPr>
        <p:blipFill>
          <a:blip r:embed="rId7"/>
          <a:stretch>
            <a:fillRect/>
          </a:stretch>
        </p:blipFill>
        <p:spPr>
          <a:xfrm>
            <a:off x="587532" y="8627364"/>
            <a:ext cx="265742" cy="265742"/>
          </a:xfrm>
          <a:prstGeom prst="rect">
            <a:avLst/>
          </a:prstGeom>
        </p:spPr>
      </p:pic>
      <p:pic>
        <p:nvPicPr>
          <p:cNvPr id="204" name="Grafik 20"/>
          <p:cNvPicPr>
            <a:picLocks noChangeAspect="1"/>
          </p:cNvPicPr>
          <p:nvPr/>
        </p:nvPicPr>
        <p:blipFill>
          <a:blip r:embed="rId8"/>
          <a:stretch>
            <a:fillRect/>
          </a:stretch>
        </p:blipFill>
        <p:spPr>
          <a:xfrm>
            <a:off x="989085" y="8607554"/>
            <a:ext cx="265742" cy="265742"/>
          </a:xfrm>
          <a:prstGeom prst="rect">
            <a:avLst/>
          </a:prstGeom>
        </p:spPr>
      </p:pic>
      <p:pic>
        <p:nvPicPr>
          <p:cNvPr id="205" name="Grafik 22"/>
          <p:cNvPicPr>
            <a:picLocks noChangeAspect="1"/>
          </p:cNvPicPr>
          <p:nvPr/>
        </p:nvPicPr>
        <p:blipFill>
          <a:blip r:embed="rId9"/>
          <a:stretch>
            <a:fillRect/>
          </a:stretch>
        </p:blipFill>
        <p:spPr>
          <a:xfrm>
            <a:off x="192676" y="9197885"/>
            <a:ext cx="265742" cy="265742"/>
          </a:xfrm>
          <a:prstGeom prst="rect">
            <a:avLst/>
          </a:prstGeom>
        </p:spPr>
      </p:pic>
      <p:pic>
        <p:nvPicPr>
          <p:cNvPr id="206" name="Grafik 24"/>
          <p:cNvPicPr>
            <a:picLocks noChangeAspect="1"/>
          </p:cNvPicPr>
          <p:nvPr/>
        </p:nvPicPr>
        <p:blipFill>
          <a:blip r:embed="rId10"/>
          <a:stretch>
            <a:fillRect/>
          </a:stretch>
        </p:blipFill>
        <p:spPr>
          <a:xfrm>
            <a:off x="557675" y="9209255"/>
            <a:ext cx="265742" cy="265742"/>
          </a:xfrm>
          <a:prstGeom prst="rect">
            <a:avLst/>
          </a:prstGeom>
        </p:spPr>
      </p:pic>
      <p:pic>
        <p:nvPicPr>
          <p:cNvPr id="207" name="Grafik 26"/>
          <p:cNvPicPr>
            <a:picLocks noChangeAspect="1"/>
          </p:cNvPicPr>
          <p:nvPr/>
        </p:nvPicPr>
        <p:blipFill>
          <a:blip r:embed="rId11"/>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2"/>
          <a:stretch>
            <a:fillRect/>
          </a:stretch>
        </p:blipFill>
        <p:spPr>
          <a:xfrm>
            <a:off x="1426017" y="8616954"/>
            <a:ext cx="265742" cy="265742"/>
          </a:xfrm>
          <a:prstGeom prst="rect">
            <a:avLst/>
          </a:prstGeom>
        </p:spPr>
      </p:pic>
      <p:pic>
        <p:nvPicPr>
          <p:cNvPr id="211" name="Grafik 40"/>
          <p:cNvPicPr>
            <a:picLocks noChangeAspect="1"/>
          </p:cNvPicPr>
          <p:nvPr/>
        </p:nvPicPr>
        <p:blipFill>
          <a:blip r:embed="rId13"/>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50%</a:t>
            </a:r>
          </a:p>
        </p:txBody>
      </p:sp>
      <p:pic>
        <p:nvPicPr>
          <p:cNvPr id="217" name="Grafik 51"/>
          <p:cNvPicPr>
            <a:picLocks noChangeAspect="1"/>
          </p:cNvPicPr>
          <p:nvPr/>
        </p:nvPicPr>
        <p:blipFill>
          <a:blip r:embed="rId14"/>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Sarina</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Rentnerin</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Coiffeuse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76</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Windisch</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möchte ohne komplizierte Schritte mit Jetons losspielen.“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18494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Sarina ist 76, pensionierte Coiffeuse und nutzt vor allem ihr Tablet. Sie spielt gelegentlich Karten und möchte ihr Spielbudget jederzeit im Blick behalten.</a:t>
            </a:r>
          </a:p>
        </p:txBody>
      </p:sp>
      <p:pic>
        <p:nvPicPr>
          <p:cNvPr id="294" name="Grafik 160"/>
          <p:cNvPicPr>
            <a:picLocks noChangeAspect="1"/>
          </p:cNvPicPr>
          <p:nvPr/>
        </p:nvPicPr>
        <p:blipFill>
          <a:blip r:embed="rId15"/>
          <a:stretch>
            <a:fillRect/>
          </a:stretch>
        </p:blipFill>
        <p:spPr>
          <a:xfrm>
            <a:off x="199459" y="7886105"/>
            <a:ext cx="361188" cy="361188"/>
          </a:xfrm>
          <a:prstGeom prst="rect">
            <a:avLst/>
          </a:prstGeom>
        </p:spPr>
      </p:pic>
      <p:pic>
        <p:nvPicPr>
          <p:cNvPr id="295" name="Grafik 168"/>
          <p:cNvPicPr>
            <a:picLocks noChangeAspect="1"/>
          </p:cNvPicPr>
          <p:nvPr/>
        </p:nvPicPr>
        <p:blipFill>
          <a:blip r:embed="rId16"/>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7"/>
          <a:stretch>
            <a:fillRect/>
          </a:stretch>
        </p:blipFill>
        <p:spPr>
          <a:xfrm>
            <a:off x="162886" y="2982875"/>
            <a:ext cx="361188" cy="361188"/>
          </a:xfrm>
          <a:prstGeom prst="rect">
            <a:avLst/>
          </a:prstGeom>
        </p:spPr>
      </p:pic>
      <p:pic>
        <p:nvPicPr>
          <p:cNvPr id="298" name="Grafik 176"/>
          <p:cNvPicPr>
            <a:picLocks noChangeAspect="1"/>
          </p:cNvPicPr>
          <p:nvPr/>
        </p:nvPicPr>
        <p:blipFill>
          <a:blip r:embed="rId18"/>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pic>
        <p:nvPicPr>
          <p:cNvPr id="301" name="Grafik 2"/>
          <p:cNvPicPr>
            <a:picLocks noChangeAspect="1"/>
          </p:cNvPicPr>
          <p:nvPr/>
        </p:nvPicPr>
        <p:blipFill>
          <a:blip r:embed="rId19"/>
          <a:stretch>
            <a:fillRect/>
          </a:stretch>
        </p:blipFill>
        <p:spPr>
          <a:xfrm>
            <a:off x="508777" y="32215"/>
            <a:ext cx="1436954" cy="1408668"/>
          </a:xfrm>
          <a:prstGeom prst="ellipse">
            <a:avLst/>
          </a:prstGeom>
        </p:spPr>
      </p:pic>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62484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Sie möchte einen frei gewählten Betrag einfach in Jetons umwandeln und ihr verfügbares Guthaben sofort erkennen.</a:t>
            </a: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99060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US-001: Als Spielerin möchte ich einen frei gewählten Betrag in Jetons umwandeln, damit ich Einsätze tätigen kann.
Akzeptanz: Positive Beträge werden gutgeschrieben; 0, negative und ungültige Beträge werden abgelehnt.</a:t>
            </a:r>
          </a:p>
        </p:txBody>
      </p:sp>
    </p:spTree>
    <p:extLst>
      <p:ext uri="{BB962C8B-B14F-4D97-AF65-F5344CB8AC3E}">
        <p14:creationId xmlns:p14="http://schemas.microsoft.com/office/powerpoint/2010/main" val="4018722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dirty="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1" name="Grafik 14"/>
          <p:cNvPicPr>
            <a:picLocks noChangeAspect="1"/>
          </p:cNvPicPr>
          <p:nvPr/>
        </p:nvPicPr>
        <p:blipFill>
          <a:blip r:embed="rId3"/>
          <a:stretch>
            <a:fillRect/>
          </a:stretch>
        </p:blipFill>
        <p:spPr>
          <a:xfrm>
            <a:off x="696445" y="2643818"/>
            <a:ext cx="336384" cy="336384"/>
          </a:xfrm>
          <a:prstGeom prst="rect">
            <a:avLst/>
          </a:prstGeom>
        </p:spPr>
      </p:pic>
      <p:pic>
        <p:nvPicPr>
          <p:cNvPr id="202" name="Grafik 16"/>
          <p:cNvPicPr>
            <a:picLocks noChangeAspect="1"/>
          </p:cNvPicPr>
          <p:nvPr/>
        </p:nvPicPr>
        <p:blipFill>
          <a:blip r:embed="rId4"/>
          <a:stretch>
            <a:fillRect/>
          </a:stretch>
        </p:blipFill>
        <p:spPr>
          <a:xfrm>
            <a:off x="214066" y="8627364"/>
            <a:ext cx="265742" cy="265742"/>
          </a:xfrm>
          <a:prstGeom prst="rect">
            <a:avLst/>
          </a:prstGeom>
        </p:spPr>
      </p:pic>
      <p:pic>
        <p:nvPicPr>
          <p:cNvPr id="203" name="Grafik 18"/>
          <p:cNvPicPr>
            <a:picLocks noChangeAspect="1"/>
          </p:cNvPicPr>
          <p:nvPr/>
        </p:nvPicPr>
        <p:blipFill>
          <a:blip r:embed="rId5"/>
          <a:stretch>
            <a:fillRect/>
          </a:stretch>
        </p:blipFill>
        <p:spPr>
          <a:xfrm>
            <a:off x="587532" y="8627364"/>
            <a:ext cx="265742" cy="265742"/>
          </a:xfrm>
          <a:prstGeom prst="rect">
            <a:avLst/>
          </a:prstGeom>
        </p:spPr>
      </p:pic>
      <p:pic>
        <p:nvPicPr>
          <p:cNvPr id="204" name="Grafik 20"/>
          <p:cNvPicPr>
            <a:picLocks noChangeAspect="1"/>
          </p:cNvPicPr>
          <p:nvPr/>
        </p:nvPicPr>
        <p:blipFill>
          <a:blip r:embed="rId6"/>
          <a:stretch>
            <a:fillRect/>
          </a:stretch>
        </p:blipFill>
        <p:spPr>
          <a:xfrm>
            <a:off x="989085" y="8607554"/>
            <a:ext cx="265742" cy="265742"/>
          </a:xfrm>
          <a:prstGeom prst="rect">
            <a:avLst/>
          </a:prstGeom>
        </p:spPr>
      </p:pic>
      <p:pic>
        <p:nvPicPr>
          <p:cNvPr id="205" name="Grafik 22"/>
          <p:cNvPicPr>
            <a:picLocks noChangeAspect="1"/>
          </p:cNvPicPr>
          <p:nvPr/>
        </p:nvPicPr>
        <p:blipFill>
          <a:blip r:embed="rId7"/>
          <a:stretch>
            <a:fillRect/>
          </a:stretch>
        </p:blipFill>
        <p:spPr>
          <a:xfrm>
            <a:off x="192676" y="9197885"/>
            <a:ext cx="265742" cy="265742"/>
          </a:xfrm>
          <a:prstGeom prst="rect">
            <a:avLst/>
          </a:prstGeom>
        </p:spPr>
      </p:pic>
      <p:pic>
        <p:nvPicPr>
          <p:cNvPr id="206" name="Grafik 24"/>
          <p:cNvPicPr>
            <a:picLocks noChangeAspect="1"/>
          </p:cNvPicPr>
          <p:nvPr/>
        </p:nvPicPr>
        <p:blipFill>
          <a:blip r:embed="rId8"/>
          <a:stretch>
            <a:fillRect/>
          </a:stretch>
        </p:blipFill>
        <p:spPr>
          <a:xfrm>
            <a:off x="557675" y="9209255"/>
            <a:ext cx="265742" cy="265742"/>
          </a:xfrm>
          <a:prstGeom prst="rect">
            <a:avLst/>
          </a:prstGeom>
        </p:spPr>
      </p:pic>
      <p:pic>
        <p:nvPicPr>
          <p:cNvPr id="207" name="Grafik 26"/>
          <p:cNvPicPr>
            <a:picLocks noChangeAspect="1"/>
          </p:cNvPicPr>
          <p:nvPr/>
        </p:nvPicPr>
        <p:blipFill>
          <a:blip r:embed="rId9"/>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0"/>
          <a:stretch>
            <a:fillRect/>
          </a:stretch>
        </p:blipFill>
        <p:spPr>
          <a:xfrm>
            <a:off x="1426017" y="8616954"/>
            <a:ext cx="265742" cy="265742"/>
          </a:xfrm>
          <a:prstGeom prst="rect">
            <a:avLst/>
          </a:prstGeom>
        </p:spPr>
      </p:pic>
      <p:pic>
        <p:nvPicPr>
          <p:cNvPr id="211" name="Grafik 40"/>
          <p:cNvPicPr>
            <a:picLocks noChangeAspect="1"/>
          </p:cNvPicPr>
          <p:nvPr/>
        </p:nvPicPr>
        <p:blipFill>
          <a:blip r:embed="rId11"/>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pic>
        <p:nvPicPr>
          <p:cNvPr id="217" name="Grafik 51"/>
          <p:cNvPicPr>
            <a:picLocks noChangeAspect="1"/>
          </p:cNvPicPr>
          <p:nvPr/>
        </p:nvPicPr>
        <p:blipFill>
          <a:blip r:embed="rId12"/>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lang="de-CH" sz="2000" dirty="0">
                <a:latin typeface="Arial"/>
                <a:ea typeface="Arial"/>
                <a:cs typeface="Arial"/>
              </a:rPr>
              <a:t>Marco</a:t>
            </a:r>
            <a:endParaRPr sz="2000" dirty="0">
              <a:latin typeface="Arial"/>
              <a:ea typeface="Arial"/>
              <a:cs typeface="Arial"/>
            </a:endParaRP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lang="de-CH" sz="1200" dirty="0">
                <a:latin typeface="Arial"/>
                <a:ea typeface="Arial"/>
                <a:cs typeface="Arial"/>
              </a:rPr>
              <a:t>Lagerist</a:t>
            </a:r>
            <a:endParaRPr sz="1200" dirty="0">
              <a:latin typeface="Arial"/>
              <a:ea typeface="Arial"/>
              <a:cs typeface="Arial"/>
            </a:endParaRP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lang="de-CH" sz="1200" dirty="0">
                <a:latin typeface="Arial"/>
                <a:ea typeface="Arial"/>
                <a:cs typeface="Arial"/>
              </a:rPr>
              <a:t>Logistiker</a:t>
            </a:r>
            <a:r>
              <a:rPr sz="1200" dirty="0">
                <a:latin typeface="Arial"/>
                <a:ea typeface="Arial"/>
                <a:cs typeface="Arial"/>
              </a:rPr>
              <a:t>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31</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Suhr</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dirty="0" err="1">
                <a:latin typeface="Arial"/>
                <a:ea typeface="Arial"/>
                <a:cs typeface="Arial"/>
              </a:rPr>
              <a:t>Familienstatus</a:t>
            </a:r>
            <a:r>
              <a:rPr sz="1000" dirty="0">
                <a:latin typeface="Arial"/>
                <a:ea typeface="Arial"/>
                <a:cs typeface="Arial"/>
              </a:rPr>
              <a:t>: </a:t>
            </a:r>
            <a:r>
              <a:rPr sz="1000" dirty="0" err="1">
                <a:latin typeface="Arial"/>
                <a:ea typeface="Arial"/>
                <a:cs typeface="Arial"/>
              </a:rPr>
              <a:t>Liiert</a:t>
            </a:r>
            <a:endParaRPr sz="1200" dirty="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dirty="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„Zeig mir einfach, was es gibt – entscheiden tue ich dann spontan.“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Marco arbeitet im Schichtbetrieb und spielt abends 20 Minuten am Handy. Er bleibt selten beim gleichen Spiel und wechselt, sobald eine Runde nicht läuft.</a:t>
            </a:r>
            <a:endParaRPr sz="1200">
              <a:latin typeface="Arial"/>
              <a:ea typeface="Arial"/>
              <a:cs typeface="Arial"/>
            </a:endParaRPr>
          </a:p>
        </p:txBody>
      </p:sp>
      <p:pic>
        <p:nvPicPr>
          <p:cNvPr id="294" name="Grafik 160"/>
          <p:cNvPicPr>
            <a:picLocks noChangeAspect="1"/>
          </p:cNvPicPr>
          <p:nvPr/>
        </p:nvPicPr>
        <p:blipFill>
          <a:blip r:embed="rId13"/>
          <a:stretch>
            <a:fillRect/>
          </a:stretch>
        </p:blipFill>
        <p:spPr>
          <a:xfrm>
            <a:off x="199459" y="7886105"/>
            <a:ext cx="361188" cy="361188"/>
          </a:xfrm>
          <a:prstGeom prst="rect">
            <a:avLst/>
          </a:prstGeom>
        </p:spPr>
      </p:pic>
      <p:pic>
        <p:nvPicPr>
          <p:cNvPr id="295" name="Grafik 168"/>
          <p:cNvPicPr>
            <a:picLocks noChangeAspect="1"/>
          </p:cNvPicPr>
          <p:nvPr/>
        </p:nvPicPr>
        <p:blipFill>
          <a:blip r:embed="rId14"/>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dirty="0">
                <a:latin typeface="Arial"/>
                <a:ea typeface="Arial"/>
                <a:cs typeface="Arial"/>
              </a:rPr>
              <a:t>Technologie</a:t>
            </a:r>
          </a:p>
        </p:txBody>
      </p:sp>
      <p:pic>
        <p:nvPicPr>
          <p:cNvPr id="297" name="Grafik 175"/>
          <p:cNvPicPr>
            <a:picLocks noChangeAspect="1"/>
          </p:cNvPicPr>
          <p:nvPr/>
        </p:nvPicPr>
        <p:blipFill>
          <a:blip r:embed="rId15"/>
          <a:stretch>
            <a:fillRect/>
          </a:stretch>
        </p:blipFill>
        <p:spPr>
          <a:xfrm>
            <a:off x="162886" y="2982875"/>
            <a:ext cx="361188" cy="361188"/>
          </a:xfrm>
          <a:prstGeom prst="rect">
            <a:avLst/>
          </a:prstGeom>
        </p:spPr>
      </p:pic>
      <p:pic>
        <p:nvPicPr>
          <p:cNvPr id="298" name="Grafik 176"/>
          <p:cNvPicPr>
            <a:picLocks noChangeAspect="1"/>
          </p:cNvPicPr>
          <p:nvPr/>
        </p:nvPicPr>
        <p:blipFill>
          <a:blip r:embed="rId16"/>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alle verfügbaren Spiele auf einen Blick sehen, schnell wählen und nach einer Runde ohne Umwege zurück zur Auswahl kommen.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US-002: Als Spieler möchte ich im Hauptmenü zwischen den verfügbaren Spielen wählen, damit ich das Spiel mit den für mich besten Chancen spielen kann.
Akzeptanz: Alle registrierten Spiele werden gelistet; ungültige Eingaben werden abgewiesen; bei 0 Jetons wird der Start blockiert.</a:t>
            </a:r>
            <a:endParaRPr sz="1200">
              <a:latin typeface="Arial"/>
              <a:ea typeface="Arial"/>
              <a:cs typeface="Arial"/>
            </a:endParaRPr>
          </a:p>
        </p:txBody>
      </p:sp>
      <p:pic>
        <p:nvPicPr>
          <p:cNvPr id="3" name="Grafik 2">
            <a:extLst>
              <a:ext uri="{FF2B5EF4-FFF2-40B4-BE49-F238E27FC236}">
                <a16:creationId xmlns:a16="http://schemas.microsoft.com/office/drawing/2014/main" id="{3E497655-4A17-4D43-EB62-A6B2F57D5AC4}"/>
              </a:ext>
            </a:extLst>
          </p:cNvPr>
          <p:cNvPicPr>
            <a:picLocks noChangeAspect="1"/>
          </p:cNvPicPr>
          <p:nvPr/>
        </p:nvPicPr>
        <p:blipFill>
          <a:blip r:embed="rId17"/>
          <a:stretch>
            <a:fillRect/>
          </a:stretch>
        </p:blipFill>
        <p:spPr>
          <a:xfrm>
            <a:off x="449053" y="-397425"/>
            <a:ext cx="1538683" cy="1892299"/>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Deniz</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Banker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Kaufmann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24</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Aarau</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„Mit dem richtigen Einsatz und genug Gegnern hole ich das wieder rein.“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Deniz spielt seit zwei Jahren Blackjack und ist überzeugt, ein System zu haben. Er führt Buch über seine Runden und erhöht den Einsatz nach jeder Niederlage.</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Einsatz und Anzahl Computergegner vor jeder Runde selbst festlegen und den Verlauf über Hit und Stand aktiv steuern.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US-003: Als Blackjack-Spieler möchte ich Einsatz und Anzahl Gegner festlegen, damit ich meinen möglichen Gewinn erhöhen kann.
Akzeptanz: Einsatz &gt; Guthaben wird abgelehnt; Gegnerzahl nur 1–5; Auszahlungsfaktor steigt mit der Gegnerzahl.
US-004: Als Blackjack-Spieler möchte ich zwischen Hit und Stand wählen, damit ich meine Hand möglichst nahe an 21 bringe.
Akzeptanz: über 21 sofort verloren; Ass zählt 1 oder 11; Gegner ziehen bis 17.</a:t>
            </a:r>
            <a:endParaRPr sz="1200">
              <a:latin typeface="Arial"/>
              <a:ea typeface="Arial"/>
              <a:cs typeface="Arial"/>
            </a:endParaRPr>
          </a:p>
        </p:txBody>
      </p:sp>
      <p:pic>
        <p:nvPicPr>
          <p:cNvPr id="3" name="Grafik 2">
            <a:extLst>
              <a:ext uri="{FF2B5EF4-FFF2-40B4-BE49-F238E27FC236}">
                <a16:creationId xmlns:a16="http://schemas.microsoft.com/office/drawing/2014/main" id="{BDEF2F5B-6AAC-695F-C245-F846D4E57B8A}"/>
              </a:ext>
            </a:extLst>
          </p:cNvPr>
          <p:cNvPicPr>
            <a:picLocks noChangeAspect="1"/>
          </p:cNvPicPr>
          <p:nvPr/>
        </p:nvPicPr>
        <p:blipFill>
          <a:blip r:embed="rId18"/>
          <a:stretch>
            <a:fillRect/>
          </a:stretch>
        </p:blipFill>
        <p:spPr>
          <a:xfrm>
            <a:off x="363369" y="49553"/>
            <a:ext cx="1726803" cy="1381442"/>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Céline</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Marketing</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Kauffrau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38</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Baden</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Verheiratet</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setze nie alles auf ein Feld – ich verteile.“</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Céline spielt seit Jahren Roulette und setzt bewusst auf mehrere Felder gleichzeitig. Vor dem Dreh will sie sehen, wie viel insgesamt im Spiel ist.</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Sie will Farb- und Nummerneinsätze in derselben Runde kombinieren und die Gesamtsumme vor dem Dreh kontrollieren.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US-005: Als Roulette-Spielerin möchte ich auf Rot oder Schwarz setzen, damit ich mit hoher Trefferchance spiele.
Akzeptanz: Farbtreffer zahlt 1:1; bei der 0 sind Farbeinsätze verloren.
US-006: Als Roulette-Spielerin möchte ich mehrere Felder gleichzeitig besetzen, damit ich meine Verluste breiter streue.
Akzeptanz: Summe aller Einsätze ≤ Guthaben; Nummer zahlt 35:1; Übersicht vor dem Dreh.</a:t>
            </a:r>
            <a:endParaRPr sz="1200">
              <a:latin typeface="Arial"/>
              <a:ea typeface="Arial"/>
              <a:cs typeface="Arial"/>
            </a:endParaRPr>
          </a:p>
        </p:txBody>
      </p:sp>
      <p:pic>
        <p:nvPicPr>
          <p:cNvPr id="3" name="Grafik 2">
            <a:extLst>
              <a:ext uri="{FF2B5EF4-FFF2-40B4-BE49-F238E27FC236}">
                <a16:creationId xmlns:a16="http://schemas.microsoft.com/office/drawing/2014/main" id="{D637180D-D4DB-EE6C-A28B-E36717ABC347}"/>
              </a:ext>
            </a:extLst>
          </p:cNvPr>
          <p:cNvPicPr>
            <a:picLocks noChangeAspect="1"/>
          </p:cNvPicPr>
          <p:nvPr/>
        </p:nvPicPr>
        <p:blipFill>
          <a:blip r:embed="rId18"/>
          <a:stretch>
            <a:fillRect/>
          </a:stretch>
        </p:blipFill>
        <p:spPr>
          <a:xfrm>
            <a:off x="483548" y="25180"/>
            <a:ext cx="1469694" cy="1469694"/>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Tobias</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Lernender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Informatiker</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19</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Lenzburg</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muss jederzeit sehen, wie viel ich noch habe.“</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Tobias spielt im Zug auf dem Arbeitsweg und verliert im Eifer schnell den Überblick über sein Guthaben. Oft merkt er erst am Rundenende, wie viel weg ist.</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den aktuellen Jeton-Stand nach jeder Änderung sofort und an jeder Stelle der Anwendung sehen, ohne selbst nachzurechnen.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US-007: Als Spieler möchte ich meinen Jeton-Kontostand nach jeder Änderung sofort angezeigt bekommen, damit ich jederzeit sehe, wie es um mich steht.
Akzeptanz: Anzeige stimmt nach jedem Gewinn und Verlust; kein aktives Abfragen des Kontos; weitere Beobachter sind ohne Änderung am Konto anhängbar.</a:t>
            </a:r>
            <a:endParaRPr sz="1200">
              <a:latin typeface="Arial"/>
              <a:ea typeface="Arial"/>
              <a:cs typeface="Arial"/>
            </a:endParaRPr>
          </a:p>
        </p:txBody>
      </p:sp>
      <p:pic>
        <p:nvPicPr>
          <p:cNvPr id="3" name="Grafik 2">
            <a:extLst>
              <a:ext uri="{FF2B5EF4-FFF2-40B4-BE49-F238E27FC236}">
                <a16:creationId xmlns:a16="http://schemas.microsoft.com/office/drawing/2014/main" id="{A63DB4D4-F918-0ED9-4760-2EEFD4B34AE5}"/>
              </a:ext>
            </a:extLst>
          </p:cNvPr>
          <p:cNvPicPr>
            <a:picLocks noChangeAspect="1"/>
          </p:cNvPicPr>
          <p:nvPr/>
        </p:nvPicPr>
        <p:blipFill>
          <a:blip r:embed="rId18"/>
          <a:stretch>
            <a:fillRect/>
          </a:stretch>
        </p:blipFill>
        <p:spPr>
          <a:xfrm>
            <a:off x="554124" y="22788"/>
            <a:ext cx="1367574" cy="1472086"/>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1340086"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lang="de-CH" sz="2000" dirty="0">
                <a:latin typeface="Arial"/>
                <a:ea typeface="Arial"/>
                <a:cs typeface="Arial"/>
              </a:rPr>
              <a:t>Jefferson</a:t>
            </a:r>
            <a:endParaRPr sz="2000" dirty="0">
              <a:latin typeface="Arial"/>
              <a:ea typeface="Arial"/>
              <a:cs typeface="Arial"/>
            </a:endParaRP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62998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dirty="0">
                <a:latin typeface="Arial"/>
                <a:ea typeface="Arial"/>
                <a:cs typeface="Arial"/>
              </a:rPr>
              <a:t>Pfleger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FaGe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58</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Brugg</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Geschieden</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höre auf, solange noch etwas übrig ist.“</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lang="de-CH" sz="1100" dirty="0">
                <a:latin typeface="Arial"/>
                <a:ea typeface="Arial"/>
                <a:cs typeface="Arial"/>
              </a:rPr>
              <a:t>Jefferson</a:t>
            </a:r>
            <a:r>
              <a:rPr sz="1100" dirty="0">
                <a:latin typeface="Arial"/>
                <a:ea typeface="Arial"/>
                <a:cs typeface="Arial"/>
              </a:rPr>
              <a:t> </a:t>
            </a:r>
            <a:r>
              <a:rPr sz="1100" dirty="0" err="1">
                <a:latin typeface="Arial"/>
                <a:ea typeface="Arial"/>
                <a:cs typeface="Arial"/>
              </a:rPr>
              <a:t>setzt</a:t>
            </a:r>
            <a:r>
              <a:rPr sz="1100" dirty="0">
                <a:latin typeface="Arial"/>
                <a:ea typeface="Arial"/>
                <a:cs typeface="Arial"/>
              </a:rPr>
              <a:t> </a:t>
            </a:r>
            <a:r>
              <a:rPr sz="1100" dirty="0" err="1">
                <a:latin typeface="Arial"/>
                <a:ea typeface="Arial"/>
                <a:cs typeface="Arial"/>
              </a:rPr>
              <a:t>sich</a:t>
            </a:r>
            <a:r>
              <a:rPr sz="1100" dirty="0">
                <a:latin typeface="Arial"/>
                <a:ea typeface="Arial"/>
                <a:cs typeface="Arial"/>
              </a:rPr>
              <a:t> </a:t>
            </a:r>
            <a:r>
              <a:rPr sz="1100" dirty="0" err="1">
                <a:latin typeface="Arial"/>
                <a:ea typeface="Arial"/>
                <a:cs typeface="Arial"/>
              </a:rPr>
              <a:t>vor</a:t>
            </a:r>
            <a:r>
              <a:rPr sz="1100" dirty="0">
                <a:latin typeface="Arial"/>
                <a:ea typeface="Arial"/>
                <a:cs typeface="Arial"/>
              </a:rPr>
              <a:t> </a:t>
            </a:r>
            <a:r>
              <a:rPr sz="1100" dirty="0" err="1">
                <a:latin typeface="Arial"/>
                <a:ea typeface="Arial"/>
                <a:cs typeface="Arial"/>
              </a:rPr>
              <a:t>jedem</a:t>
            </a:r>
            <a:r>
              <a:rPr sz="1100" dirty="0">
                <a:latin typeface="Arial"/>
                <a:ea typeface="Arial"/>
                <a:cs typeface="Arial"/>
              </a:rPr>
              <a:t> Abend </a:t>
            </a:r>
            <a:r>
              <a:rPr sz="1100" dirty="0" err="1">
                <a:latin typeface="Arial"/>
                <a:ea typeface="Arial"/>
                <a:cs typeface="Arial"/>
              </a:rPr>
              <a:t>ein</a:t>
            </a:r>
            <a:r>
              <a:rPr sz="1100" dirty="0">
                <a:latin typeface="Arial"/>
                <a:ea typeface="Arial"/>
                <a:cs typeface="Arial"/>
              </a:rPr>
              <a:t> </a:t>
            </a:r>
            <a:r>
              <a:rPr sz="1100" dirty="0" err="1">
                <a:latin typeface="Arial"/>
                <a:ea typeface="Arial"/>
                <a:cs typeface="Arial"/>
              </a:rPr>
              <a:t>festes</a:t>
            </a:r>
            <a:r>
              <a:rPr sz="1100" dirty="0">
                <a:latin typeface="Arial"/>
                <a:ea typeface="Arial"/>
                <a:cs typeface="Arial"/>
              </a:rPr>
              <a:t> Limit. Am </a:t>
            </a:r>
            <a:r>
              <a:rPr sz="1100" dirty="0" err="1">
                <a:latin typeface="Arial"/>
                <a:ea typeface="Arial"/>
                <a:cs typeface="Arial"/>
              </a:rPr>
              <a:t>Schluss</a:t>
            </a:r>
            <a:r>
              <a:rPr sz="1100" dirty="0">
                <a:latin typeface="Arial"/>
                <a:ea typeface="Arial"/>
                <a:cs typeface="Arial"/>
              </a:rPr>
              <a:t> will </a:t>
            </a:r>
            <a:r>
              <a:rPr lang="de-CH" sz="1100" dirty="0">
                <a:latin typeface="Arial"/>
                <a:ea typeface="Arial"/>
                <a:cs typeface="Arial"/>
              </a:rPr>
              <a:t>er</a:t>
            </a:r>
            <a:r>
              <a:rPr sz="1100" dirty="0">
                <a:latin typeface="Arial"/>
                <a:ea typeface="Arial"/>
                <a:cs typeface="Arial"/>
              </a:rPr>
              <a:t> schwarz auf </a:t>
            </a:r>
            <a:r>
              <a:rPr sz="1100" dirty="0" err="1">
                <a:latin typeface="Arial"/>
                <a:ea typeface="Arial"/>
                <a:cs typeface="Arial"/>
              </a:rPr>
              <a:t>weiss</a:t>
            </a:r>
            <a:r>
              <a:rPr sz="1100" dirty="0">
                <a:latin typeface="Arial"/>
                <a:ea typeface="Arial"/>
                <a:cs typeface="Arial"/>
              </a:rPr>
              <a:t> </a:t>
            </a:r>
            <a:r>
              <a:rPr sz="1100" dirty="0" err="1">
                <a:latin typeface="Arial"/>
                <a:ea typeface="Arial"/>
                <a:cs typeface="Arial"/>
              </a:rPr>
              <a:t>sehen</a:t>
            </a:r>
            <a:r>
              <a:rPr sz="1100" dirty="0">
                <a:latin typeface="Arial"/>
                <a:ea typeface="Arial"/>
                <a:cs typeface="Arial"/>
              </a:rPr>
              <a:t>, </a:t>
            </a:r>
            <a:r>
              <a:rPr sz="1100" dirty="0" err="1">
                <a:latin typeface="Arial"/>
                <a:ea typeface="Arial"/>
                <a:cs typeface="Arial"/>
              </a:rPr>
              <a:t>wie</a:t>
            </a:r>
            <a:r>
              <a:rPr sz="1100" dirty="0">
                <a:latin typeface="Arial"/>
                <a:ea typeface="Arial"/>
                <a:cs typeface="Arial"/>
              </a:rPr>
              <a:t> </a:t>
            </a:r>
            <a:r>
              <a:rPr lang="de-CH" sz="1100" dirty="0">
                <a:latin typeface="Arial"/>
                <a:ea typeface="Arial"/>
                <a:cs typeface="Arial"/>
              </a:rPr>
              <a:t>viel</a:t>
            </a:r>
            <a:r>
              <a:rPr sz="1100" dirty="0">
                <a:latin typeface="Arial"/>
                <a:ea typeface="Arial"/>
                <a:cs typeface="Arial"/>
              </a:rPr>
              <a:t> </a:t>
            </a:r>
            <a:r>
              <a:rPr lang="de-CH" sz="1100" dirty="0">
                <a:latin typeface="Arial"/>
                <a:ea typeface="Arial"/>
                <a:cs typeface="Arial"/>
              </a:rPr>
              <a:t>er</a:t>
            </a:r>
            <a:r>
              <a:rPr sz="1100" dirty="0">
                <a:latin typeface="Arial"/>
                <a:ea typeface="Arial"/>
                <a:cs typeface="Arial"/>
              </a:rPr>
              <a:t> </a:t>
            </a:r>
            <a:r>
              <a:rPr sz="1100" dirty="0" err="1">
                <a:latin typeface="Arial"/>
                <a:ea typeface="Arial"/>
                <a:cs typeface="Arial"/>
              </a:rPr>
              <a:t>eingezahlt</a:t>
            </a:r>
            <a:r>
              <a:rPr sz="1100" dirty="0">
                <a:latin typeface="Arial"/>
                <a:ea typeface="Arial"/>
                <a:cs typeface="Arial"/>
              </a:rPr>
              <a:t> und </a:t>
            </a:r>
            <a:r>
              <a:rPr sz="1100" dirty="0" err="1">
                <a:latin typeface="Arial"/>
                <a:ea typeface="Arial"/>
                <a:cs typeface="Arial"/>
              </a:rPr>
              <a:t>wie</a:t>
            </a:r>
            <a:r>
              <a:rPr sz="1100" dirty="0">
                <a:latin typeface="Arial"/>
                <a:ea typeface="Arial"/>
                <a:cs typeface="Arial"/>
              </a:rPr>
              <a:t> </a:t>
            </a:r>
            <a:r>
              <a:rPr sz="1100" dirty="0" err="1">
                <a:latin typeface="Arial"/>
                <a:ea typeface="Arial"/>
                <a:cs typeface="Arial"/>
              </a:rPr>
              <a:t>viel</a:t>
            </a:r>
            <a:r>
              <a:rPr sz="1100" dirty="0">
                <a:latin typeface="Arial"/>
                <a:ea typeface="Arial"/>
                <a:cs typeface="Arial"/>
              </a:rPr>
              <a:t> </a:t>
            </a:r>
            <a:r>
              <a:rPr lang="de-CH" sz="1100" dirty="0">
                <a:latin typeface="Arial"/>
                <a:ea typeface="Arial"/>
                <a:cs typeface="Arial"/>
              </a:rPr>
              <a:t>er</a:t>
            </a:r>
            <a:r>
              <a:rPr sz="1100" dirty="0">
                <a:latin typeface="Arial"/>
                <a:ea typeface="Arial"/>
                <a:cs typeface="Arial"/>
              </a:rPr>
              <a:t> </a:t>
            </a:r>
            <a:r>
              <a:rPr sz="1100" dirty="0" err="1">
                <a:latin typeface="Arial"/>
                <a:ea typeface="Arial"/>
                <a:cs typeface="Arial"/>
              </a:rPr>
              <a:t>herausbekommen</a:t>
            </a:r>
            <a:r>
              <a:rPr sz="1100" dirty="0">
                <a:latin typeface="Arial"/>
                <a:ea typeface="Arial"/>
                <a:cs typeface="Arial"/>
              </a:rPr>
              <a:t> hat.</a:t>
            </a:r>
            <a:endParaRPr sz="1200" dirty="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rPr dirty="0" err="1"/>
              <a:t>Nutzungsgrund</a:t>
            </a:r>
            <a:endParaRPr dirty="0"/>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lang="de-CH" sz="1100" dirty="0">
                <a:latin typeface="Arial"/>
                <a:ea typeface="Arial"/>
                <a:cs typeface="Arial"/>
              </a:rPr>
              <a:t>Er</a:t>
            </a:r>
            <a:r>
              <a:rPr sz="1100" dirty="0">
                <a:latin typeface="Arial"/>
                <a:ea typeface="Arial"/>
                <a:cs typeface="Arial"/>
              </a:rPr>
              <a:t> will das Spiel </a:t>
            </a:r>
            <a:r>
              <a:rPr sz="1100" dirty="0" err="1">
                <a:latin typeface="Arial"/>
                <a:ea typeface="Arial"/>
                <a:cs typeface="Arial"/>
              </a:rPr>
              <a:t>sauber</a:t>
            </a:r>
            <a:r>
              <a:rPr sz="1100" dirty="0">
                <a:latin typeface="Arial"/>
                <a:ea typeface="Arial"/>
                <a:cs typeface="Arial"/>
              </a:rPr>
              <a:t> </a:t>
            </a:r>
            <a:r>
              <a:rPr sz="1100" dirty="0" err="1">
                <a:latin typeface="Arial"/>
                <a:ea typeface="Arial"/>
                <a:cs typeface="Arial"/>
              </a:rPr>
              <a:t>beenden</a:t>
            </a:r>
            <a:r>
              <a:rPr sz="1100" dirty="0">
                <a:latin typeface="Arial"/>
                <a:ea typeface="Arial"/>
                <a:cs typeface="Arial"/>
              </a:rPr>
              <a:t>, </a:t>
            </a:r>
            <a:r>
              <a:rPr sz="1100" dirty="0" err="1">
                <a:latin typeface="Arial"/>
                <a:ea typeface="Arial"/>
                <a:cs typeface="Arial"/>
              </a:rPr>
              <a:t>ihre</a:t>
            </a:r>
            <a:r>
              <a:rPr sz="1100" dirty="0">
                <a:latin typeface="Arial"/>
                <a:ea typeface="Arial"/>
                <a:cs typeface="Arial"/>
              </a:rPr>
              <a:t> </a:t>
            </a:r>
            <a:r>
              <a:rPr sz="1100" dirty="0" err="1">
                <a:latin typeface="Arial"/>
                <a:ea typeface="Arial"/>
                <a:cs typeface="Arial"/>
              </a:rPr>
              <a:t>restlichen</a:t>
            </a:r>
            <a:r>
              <a:rPr sz="1100" dirty="0">
                <a:latin typeface="Arial"/>
                <a:ea typeface="Arial"/>
                <a:cs typeface="Arial"/>
              </a:rPr>
              <a:t> Jetons </a:t>
            </a:r>
            <a:r>
              <a:rPr sz="1100" dirty="0" err="1">
                <a:latin typeface="Arial"/>
                <a:ea typeface="Arial"/>
                <a:cs typeface="Arial"/>
              </a:rPr>
              <a:t>ausbezahlt</a:t>
            </a:r>
            <a:r>
              <a:rPr sz="1100" dirty="0">
                <a:latin typeface="Arial"/>
                <a:ea typeface="Arial"/>
                <a:cs typeface="Arial"/>
              </a:rPr>
              <a:t> </a:t>
            </a:r>
            <a:r>
              <a:rPr sz="1100" dirty="0" err="1">
                <a:latin typeface="Arial"/>
                <a:ea typeface="Arial"/>
                <a:cs typeface="Arial"/>
              </a:rPr>
              <a:t>bekommen</a:t>
            </a:r>
            <a:r>
              <a:rPr sz="1100" dirty="0">
                <a:latin typeface="Arial"/>
                <a:ea typeface="Arial"/>
                <a:cs typeface="Arial"/>
              </a:rPr>
              <a:t> und </a:t>
            </a:r>
            <a:r>
              <a:rPr sz="1100" dirty="0" err="1">
                <a:latin typeface="Arial"/>
                <a:ea typeface="Arial"/>
                <a:cs typeface="Arial"/>
              </a:rPr>
              <a:t>eine</a:t>
            </a:r>
            <a:r>
              <a:rPr sz="1100" dirty="0">
                <a:latin typeface="Arial"/>
                <a:ea typeface="Arial"/>
                <a:cs typeface="Arial"/>
              </a:rPr>
              <a:t> </a:t>
            </a:r>
            <a:r>
              <a:rPr sz="1100" dirty="0" err="1">
                <a:latin typeface="Arial"/>
                <a:ea typeface="Arial"/>
                <a:cs typeface="Arial"/>
              </a:rPr>
              <a:t>nachvollziehbare</a:t>
            </a:r>
            <a:r>
              <a:rPr sz="1100" dirty="0">
                <a:latin typeface="Arial"/>
                <a:ea typeface="Arial"/>
                <a:cs typeface="Arial"/>
              </a:rPr>
              <a:t> </a:t>
            </a:r>
            <a:r>
              <a:rPr sz="1100" dirty="0" err="1">
                <a:latin typeface="Arial"/>
                <a:ea typeface="Arial"/>
                <a:cs typeface="Arial"/>
              </a:rPr>
              <a:t>Schlussbilanz</a:t>
            </a:r>
            <a:r>
              <a:rPr sz="1100" dirty="0">
                <a:latin typeface="Arial"/>
                <a:ea typeface="Arial"/>
                <a:cs typeface="Arial"/>
              </a:rPr>
              <a:t> </a:t>
            </a:r>
            <a:r>
              <a:rPr sz="1100" dirty="0" err="1">
                <a:latin typeface="Arial"/>
                <a:ea typeface="Arial"/>
                <a:cs typeface="Arial"/>
              </a:rPr>
              <a:t>erhalten</a:t>
            </a:r>
            <a:r>
              <a:rPr sz="1100" dirty="0">
                <a:latin typeface="Arial"/>
                <a:ea typeface="Arial"/>
                <a:cs typeface="Arial"/>
              </a:rPr>
              <a:t>.</a:t>
            </a:r>
            <a:endParaRPr sz="1200" dirty="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dirty="0">
                <a:latin typeface="Arial"/>
                <a:ea typeface="Arial"/>
                <a:cs typeface="Arial"/>
              </a:rPr>
              <a:t>US-008: Als Spieler </a:t>
            </a:r>
            <a:r>
              <a:rPr sz="1000" dirty="0" err="1">
                <a:latin typeface="Arial"/>
                <a:ea typeface="Arial"/>
                <a:cs typeface="Arial"/>
              </a:rPr>
              <a:t>möchte</a:t>
            </a:r>
            <a:r>
              <a:rPr sz="1000" dirty="0">
                <a:latin typeface="Arial"/>
                <a:ea typeface="Arial"/>
                <a:cs typeface="Arial"/>
              </a:rPr>
              <a:t> ich das Casino </a:t>
            </a:r>
            <a:r>
              <a:rPr sz="1000" dirty="0" err="1">
                <a:latin typeface="Arial"/>
                <a:ea typeface="Arial"/>
                <a:cs typeface="Arial"/>
              </a:rPr>
              <a:t>verlassen</a:t>
            </a:r>
            <a:r>
              <a:rPr sz="1000" dirty="0">
                <a:latin typeface="Arial"/>
                <a:ea typeface="Arial"/>
                <a:cs typeface="Arial"/>
              </a:rPr>
              <a:t> und </a:t>
            </a:r>
            <a:r>
              <a:rPr sz="1000" dirty="0" err="1">
                <a:latin typeface="Arial"/>
                <a:ea typeface="Arial"/>
                <a:cs typeface="Arial"/>
              </a:rPr>
              <a:t>meine</a:t>
            </a:r>
            <a:r>
              <a:rPr sz="1000" dirty="0">
                <a:latin typeface="Arial"/>
                <a:ea typeface="Arial"/>
                <a:cs typeface="Arial"/>
              </a:rPr>
              <a:t> </a:t>
            </a:r>
            <a:r>
              <a:rPr sz="1000" dirty="0" err="1">
                <a:latin typeface="Arial"/>
                <a:ea typeface="Arial"/>
                <a:cs typeface="Arial"/>
              </a:rPr>
              <a:t>restlichen</a:t>
            </a:r>
            <a:r>
              <a:rPr sz="1000" dirty="0">
                <a:latin typeface="Arial"/>
                <a:ea typeface="Arial"/>
                <a:cs typeface="Arial"/>
              </a:rPr>
              <a:t> Jetons </a:t>
            </a:r>
            <a:r>
              <a:rPr sz="1000" dirty="0" err="1">
                <a:latin typeface="Arial"/>
                <a:ea typeface="Arial"/>
                <a:cs typeface="Arial"/>
              </a:rPr>
              <a:t>auszahlen</a:t>
            </a:r>
            <a:r>
              <a:rPr sz="1000" dirty="0">
                <a:latin typeface="Arial"/>
                <a:ea typeface="Arial"/>
                <a:cs typeface="Arial"/>
              </a:rPr>
              <a:t> </a:t>
            </a:r>
            <a:r>
              <a:rPr sz="1000" dirty="0" err="1">
                <a:latin typeface="Arial"/>
                <a:ea typeface="Arial"/>
                <a:cs typeface="Arial"/>
              </a:rPr>
              <a:t>lassen</a:t>
            </a:r>
            <a:r>
              <a:rPr sz="1000" dirty="0">
                <a:latin typeface="Arial"/>
                <a:ea typeface="Arial"/>
                <a:cs typeface="Arial"/>
              </a:rPr>
              <a:t>, </a:t>
            </a:r>
            <a:r>
              <a:rPr sz="1000" dirty="0" err="1">
                <a:latin typeface="Arial"/>
                <a:ea typeface="Arial"/>
                <a:cs typeface="Arial"/>
              </a:rPr>
              <a:t>damit</a:t>
            </a:r>
            <a:r>
              <a:rPr sz="1000" dirty="0">
                <a:latin typeface="Arial"/>
                <a:ea typeface="Arial"/>
                <a:cs typeface="Arial"/>
              </a:rPr>
              <a:t> ich </a:t>
            </a:r>
            <a:r>
              <a:rPr sz="1000" dirty="0" err="1">
                <a:latin typeface="Arial"/>
                <a:ea typeface="Arial"/>
                <a:cs typeface="Arial"/>
              </a:rPr>
              <a:t>mit</a:t>
            </a:r>
            <a:r>
              <a:rPr sz="1000" dirty="0">
                <a:latin typeface="Arial"/>
                <a:ea typeface="Arial"/>
                <a:cs typeface="Arial"/>
              </a:rPr>
              <a:t> dem </a:t>
            </a:r>
            <a:r>
              <a:rPr sz="1000" dirty="0" err="1">
                <a:latin typeface="Arial"/>
                <a:ea typeface="Arial"/>
                <a:cs typeface="Arial"/>
              </a:rPr>
              <a:t>gehe</a:t>
            </a:r>
            <a:r>
              <a:rPr sz="1000" dirty="0">
                <a:latin typeface="Arial"/>
                <a:ea typeface="Arial"/>
                <a:cs typeface="Arial"/>
              </a:rPr>
              <a:t>, was </a:t>
            </a:r>
            <a:r>
              <a:rPr sz="1000" dirty="0" err="1">
                <a:latin typeface="Arial"/>
                <a:ea typeface="Arial"/>
                <a:cs typeface="Arial"/>
              </a:rPr>
              <a:t>noch</a:t>
            </a:r>
            <a:r>
              <a:rPr sz="1000" dirty="0">
                <a:latin typeface="Arial"/>
                <a:ea typeface="Arial"/>
                <a:cs typeface="Arial"/>
              </a:rPr>
              <a:t> </a:t>
            </a:r>
            <a:r>
              <a:rPr sz="1000" dirty="0" err="1">
                <a:latin typeface="Arial"/>
                <a:ea typeface="Arial"/>
                <a:cs typeface="Arial"/>
              </a:rPr>
              <a:t>übrig</a:t>
            </a:r>
            <a:r>
              <a:rPr sz="1000" dirty="0">
                <a:latin typeface="Arial"/>
                <a:ea typeface="Arial"/>
                <a:cs typeface="Arial"/>
              </a:rPr>
              <a:t> </a:t>
            </a:r>
            <a:r>
              <a:rPr sz="1000" dirty="0" err="1">
                <a:latin typeface="Arial"/>
                <a:ea typeface="Arial"/>
                <a:cs typeface="Arial"/>
              </a:rPr>
              <a:t>ist</a:t>
            </a:r>
            <a:r>
              <a:rPr sz="1000" dirty="0">
                <a:latin typeface="Arial"/>
                <a:ea typeface="Arial"/>
                <a:cs typeface="Arial"/>
              </a:rPr>
              <a:t>.
</a:t>
            </a:r>
            <a:r>
              <a:rPr sz="1000" dirty="0" err="1">
                <a:latin typeface="Arial"/>
                <a:ea typeface="Arial"/>
                <a:cs typeface="Arial"/>
              </a:rPr>
              <a:t>Akzeptanz</a:t>
            </a:r>
            <a:r>
              <a:rPr sz="1000" dirty="0">
                <a:latin typeface="Arial"/>
                <a:ea typeface="Arial"/>
                <a:cs typeface="Arial"/>
              </a:rPr>
              <a:t>: «</a:t>
            </a:r>
            <a:r>
              <a:rPr sz="1000" dirty="0" err="1">
                <a:latin typeface="Arial"/>
                <a:ea typeface="Arial"/>
                <a:cs typeface="Arial"/>
              </a:rPr>
              <a:t>Aufhören</a:t>
            </a:r>
            <a:r>
              <a:rPr sz="1000" dirty="0">
                <a:latin typeface="Arial"/>
                <a:ea typeface="Arial"/>
                <a:cs typeface="Arial"/>
              </a:rPr>
              <a:t>» </a:t>
            </a:r>
            <a:r>
              <a:rPr sz="1000" dirty="0" err="1">
                <a:latin typeface="Arial"/>
                <a:ea typeface="Arial"/>
                <a:cs typeface="Arial"/>
              </a:rPr>
              <a:t>beendet</a:t>
            </a:r>
            <a:r>
              <a:rPr sz="1000" dirty="0">
                <a:latin typeface="Arial"/>
                <a:ea typeface="Arial"/>
                <a:cs typeface="Arial"/>
              </a:rPr>
              <a:t> das </a:t>
            </a:r>
            <a:r>
              <a:rPr sz="1000" dirty="0" err="1">
                <a:latin typeface="Arial"/>
                <a:ea typeface="Arial"/>
                <a:cs typeface="Arial"/>
              </a:rPr>
              <a:t>Programm</a:t>
            </a:r>
            <a:r>
              <a:rPr sz="1000" dirty="0">
                <a:latin typeface="Arial"/>
                <a:ea typeface="Arial"/>
                <a:cs typeface="Arial"/>
              </a:rPr>
              <a:t> </a:t>
            </a:r>
            <a:r>
              <a:rPr sz="1000" dirty="0" err="1">
                <a:latin typeface="Arial"/>
                <a:ea typeface="Arial"/>
                <a:cs typeface="Arial"/>
              </a:rPr>
              <a:t>ohne</a:t>
            </a:r>
            <a:r>
              <a:rPr sz="1000" dirty="0">
                <a:latin typeface="Arial"/>
                <a:ea typeface="Arial"/>
                <a:cs typeface="Arial"/>
              </a:rPr>
              <a:t> </a:t>
            </a:r>
            <a:r>
              <a:rPr sz="1000" dirty="0" err="1">
                <a:latin typeface="Arial"/>
                <a:ea typeface="Arial"/>
                <a:cs typeface="Arial"/>
              </a:rPr>
              <a:t>Absturz</a:t>
            </a:r>
            <a:r>
              <a:rPr sz="1000" dirty="0">
                <a:latin typeface="Arial"/>
                <a:ea typeface="Arial"/>
                <a:cs typeface="Arial"/>
              </a:rPr>
              <a:t>; die Bilanz </a:t>
            </a:r>
            <a:r>
              <a:rPr sz="1000" dirty="0" err="1">
                <a:latin typeface="Arial"/>
                <a:ea typeface="Arial"/>
                <a:cs typeface="Arial"/>
              </a:rPr>
              <a:t>zeigt</a:t>
            </a:r>
            <a:r>
              <a:rPr sz="1000" dirty="0">
                <a:latin typeface="Arial"/>
                <a:ea typeface="Arial"/>
                <a:cs typeface="Arial"/>
              </a:rPr>
              <a:t> </a:t>
            </a:r>
            <a:r>
              <a:rPr sz="1000" dirty="0" err="1">
                <a:latin typeface="Arial"/>
                <a:ea typeface="Arial"/>
                <a:cs typeface="Arial"/>
              </a:rPr>
              <a:t>Einzahlung</a:t>
            </a:r>
            <a:r>
              <a:rPr sz="1000" dirty="0">
                <a:latin typeface="Arial"/>
                <a:ea typeface="Arial"/>
                <a:cs typeface="Arial"/>
              </a:rPr>
              <a:t>, </a:t>
            </a:r>
            <a:r>
              <a:rPr sz="1000" dirty="0" err="1">
                <a:latin typeface="Arial"/>
                <a:ea typeface="Arial"/>
                <a:cs typeface="Arial"/>
              </a:rPr>
              <a:t>Endstand</a:t>
            </a:r>
            <a:r>
              <a:rPr sz="1000" dirty="0">
                <a:latin typeface="Arial"/>
                <a:ea typeface="Arial"/>
                <a:cs typeface="Arial"/>
              </a:rPr>
              <a:t> und </a:t>
            </a:r>
            <a:r>
              <a:rPr sz="1000" dirty="0" err="1">
                <a:latin typeface="Arial"/>
                <a:ea typeface="Arial"/>
                <a:cs typeface="Arial"/>
              </a:rPr>
              <a:t>Differenz</a:t>
            </a:r>
            <a:r>
              <a:rPr sz="1000" dirty="0">
                <a:latin typeface="Arial"/>
                <a:ea typeface="Arial"/>
                <a:cs typeface="Arial"/>
              </a:rPr>
              <a:t>; </a:t>
            </a:r>
            <a:r>
              <a:rPr sz="1000" dirty="0" err="1">
                <a:latin typeface="Arial"/>
                <a:ea typeface="Arial"/>
                <a:cs typeface="Arial"/>
              </a:rPr>
              <a:t>während</a:t>
            </a:r>
            <a:r>
              <a:rPr sz="1000" dirty="0">
                <a:latin typeface="Arial"/>
                <a:ea typeface="Arial"/>
                <a:cs typeface="Arial"/>
              </a:rPr>
              <a:t> </a:t>
            </a:r>
            <a:r>
              <a:rPr sz="1000" dirty="0" err="1">
                <a:latin typeface="Arial"/>
                <a:ea typeface="Arial"/>
                <a:cs typeface="Arial"/>
              </a:rPr>
              <a:t>einer</a:t>
            </a:r>
            <a:r>
              <a:rPr sz="1000" dirty="0">
                <a:latin typeface="Arial"/>
                <a:ea typeface="Arial"/>
                <a:cs typeface="Arial"/>
              </a:rPr>
              <a:t> </a:t>
            </a:r>
            <a:r>
              <a:rPr sz="1000" dirty="0" err="1">
                <a:latin typeface="Arial"/>
                <a:ea typeface="Arial"/>
                <a:cs typeface="Arial"/>
              </a:rPr>
              <a:t>laufenden</a:t>
            </a:r>
            <a:r>
              <a:rPr sz="1000" dirty="0">
                <a:latin typeface="Arial"/>
                <a:ea typeface="Arial"/>
                <a:cs typeface="Arial"/>
              </a:rPr>
              <a:t> Runde nicht </a:t>
            </a:r>
            <a:r>
              <a:rPr sz="1000" dirty="0" err="1">
                <a:latin typeface="Arial"/>
                <a:ea typeface="Arial"/>
                <a:cs typeface="Arial"/>
              </a:rPr>
              <a:t>wählbar</a:t>
            </a:r>
            <a:r>
              <a:rPr sz="1000" dirty="0">
                <a:latin typeface="Arial"/>
                <a:ea typeface="Arial"/>
                <a:cs typeface="Arial"/>
              </a:rPr>
              <a:t>.</a:t>
            </a:r>
            <a:endParaRPr sz="1200" dirty="0">
              <a:latin typeface="Arial"/>
              <a:ea typeface="Arial"/>
              <a:cs typeface="Arial"/>
            </a:endParaRPr>
          </a:p>
        </p:txBody>
      </p:sp>
      <p:pic>
        <p:nvPicPr>
          <p:cNvPr id="3" name="Grafik 2">
            <a:extLst>
              <a:ext uri="{FF2B5EF4-FFF2-40B4-BE49-F238E27FC236}">
                <a16:creationId xmlns:a16="http://schemas.microsoft.com/office/drawing/2014/main" id="{E6A12AE8-2670-4A1C-DDFA-3AE083962133}"/>
              </a:ext>
            </a:extLst>
          </p:cNvPr>
          <p:cNvPicPr>
            <a:picLocks noChangeAspect="1"/>
          </p:cNvPicPr>
          <p:nvPr/>
        </p:nvPicPr>
        <p:blipFill>
          <a:blip r:embed="rId18"/>
          <a:stretch>
            <a:fillRect/>
          </a:stretch>
        </p:blipFill>
        <p:spPr>
          <a:xfrm>
            <a:off x="381629" y="13820"/>
            <a:ext cx="1549548" cy="1428970"/>
          </a:xfrm>
          <a:prstGeom prst="rect">
            <a:avLst/>
          </a:prstGeom>
        </p:spPr>
      </p:pic>
    </p:spTree>
    <p:extLst>
      <p:ext uri="{BB962C8B-B14F-4D97-AF65-F5344CB8AC3E}">
        <p14:creationId xmlns:p14="http://schemas.microsoft.com/office/powerpoint/2010/main" val="4018722917"/>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1051</Words>
  <Application>Microsoft Office PowerPoint</Application>
  <DocSecurity>0</DocSecurity>
  <PresentationFormat>A4-Papier (210 x 297 mm)</PresentationFormat>
  <Paragraphs>246</Paragraphs>
  <Slides>6</Slides>
  <Notes>1</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vt:i4>
      </vt:variant>
    </vt:vector>
  </HeadingPairs>
  <TitlesOfParts>
    <vt:vector size="10" baseType="lpstr">
      <vt:lpstr>Arial</vt:lpstr>
      <vt:lpstr>Calibri</vt:lpstr>
      <vt:lpstr>Calibri Light</vt:lpstr>
      <vt:lpstr>Office</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Dominic Noël Felder</cp:lastModifiedBy>
  <cp:revision>2</cp:revision>
  <dcterms:created xsi:type="dcterms:W3CDTF">2026-09-02T12:31:33Z</dcterms:created>
  <dcterms:modified xsi:type="dcterms:W3CDTF">2026-09-03T08:02:57Z</dcterms:modified>
</cp:coreProperties>
</file>